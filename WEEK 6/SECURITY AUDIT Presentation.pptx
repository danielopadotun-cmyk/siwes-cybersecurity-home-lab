
<file path=[Content_Types].xml><?xml version="1.0" encoding="utf-8"?>
<Types xmlns="http://schemas.openxmlformats.org/package/2006/content-types">
  <Default Extension="1" ContentType="image/unknown"/>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7" r:id="rId1"/>
  </p:sldMasterIdLst>
  <p:notesMasterIdLst>
    <p:notesMasterId r:id="rId13"/>
  </p:notesMasterIdLst>
  <p:sldIdLst>
    <p:sldId id="256" r:id="rId2"/>
    <p:sldId id="257" r:id="rId3"/>
    <p:sldId id="258" r:id="rId4"/>
    <p:sldId id="259" r:id="rId5"/>
    <p:sldId id="260" r:id="rId6"/>
    <p:sldId id="262" r:id="rId7"/>
    <p:sldId id="261" r:id="rId8"/>
    <p:sldId id="263" r:id="rId9"/>
    <p:sldId id="266"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Daniel Opadotun" initials="DO" lastIdx="1" clrIdx="0">
    <p:extLst>
      <p:ext uri="{19B8F6BF-5375-455C-9EA6-DF929625EA0E}">
        <p15:presenceInfo xmlns:p15="http://schemas.microsoft.com/office/powerpoint/2012/main" userId="3167d536b10e8a89"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14" autoAdjust="0"/>
    <p:restoredTop sz="94660"/>
  </p:normalViewPr>
  <p:slideViewPr>
    <p:cSldViewPr snapToGrid="0">
      <p:cViewPr>
        <p:scale>
          <a:sx n="97" d="100"/>
          <a:sy n="97" d="100"/>
        </p:scale>
        <p:origin x="144" y="1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niel Opadotun" userId="3167d536b10e8a89" providerId="LiveId" clId="{56D132D1-D715-430C-8123-C62FEA877FD9}"/>
    <pc:docChg chg="undo redo custSel addSld delSld modSld">
      <pc:chgData name="Daniel Opadotun" userId="3167d536b10e8a89" providerId="LiveId" clId="{56D132D1-D715-430C-8123-C62FEA877FD9}" dt="2026-10-16T13:31:40.753" v="1000" actId="478"/>
      <pc:docMkLst>
        <pc:docMk/>
      </pc:docMkLst>
      <pc:sldChg chg="modSp mod">
        <pc:chgData name="Daniel Opadotun" userId="3167d536b10e8a89" providerId="LiveId" clId="{56D132D1-D715-430C-8123-C62FEA877FD9}" dt="2026-10-16T13:13:47.618" v="788" actId="1036"/>
        <pc:sldMkLst>
          <pc:docMk/>
          <pc:sldMk cId="269067189" sldId="256"/>
        </pc:sldMkLst>
        <pc:spChg chg="mod">
          <ac:chgData name="Daniel Opadotun" userId="3167d536b10e8a89" providerId="LiveId" clId="{56D132D1-D715-430C-8123-C62FEA877FD9}" dt="2026-10-16T13:13:10.809" v="786" actId="1076"/>
          <ac:spMkLst>
            <pc:docMk/>
            <pc:sldMk cId="269067189" sldId="256"/>
            <ac:spMk id="12" creationId="{58BAF1E4-B27B-4A33-437B-D97BAD69B756}"/>
          </ac:spMkLst>
        </pc:spChg>
        <pc:picChg chg="mod">
          <ac:chgData name="Daniel Opadotun" userId="3167d536b10e8a89" providerId="LiveId" clId="{56D132D1-D715-430C-8123-C62FEA877FD9}" dt="2026-10-16T13:13:47.618" v="788" actId="1036"/>
          <ac:picMkLst>
            <pc:docMk/>
            <pc:sldMk cId="269067189" sldId="256"/>
            <ac:picMk id="10" creationId="{9BAE7ADD-43BE-20AB-651C-8F5CE5B8B7B5}"/>
          </ac:picMkLst>
        </pc:picChg>
      </pc:sldChg>
      <pc:sldChg chg="modSp mod">
        <pc:chgData name="Daniel Opadotun" userId="3167d536b10e8a89" providerId="LiveId" clId="{56D132D1-D715-430C-8123-C62FEA877FD9}" dt="2026-10-16T11:30:15.246" v="583" actId="20577"/>
        <pc:sldMkLst>
          <pc:docMk/>
          <pc:sldMk cId="2230667339" sldId="257"/>
        </pc:sldMkLst>
        <pc:spChg chg="mod">
          <ac:chgData name="Daniel Opadotun" userId="3167d536b10e8a89" providerId="LiveId" clId="{56D132D1-D715-430C-8123-C62FEA877FD9}" dt="2026-10-16T11:30:15.246" v="583" actId="20577"/>
          <ac:spMkLst>
            <pc:docMk/>
            <pc:sldMk cId="2230667339" sldId="257"/>
            <ac:spMk id="3" creationId="{E7297A93-3E66-66D4-5607-5073267C64E1}"/>
          </ac:spMkLst>
        </pc:spChg>
      </pc:sldChg>
      <pc:sldChg chg="addSp delSp modSp add del mod">
        <pc:chgData name="Daniel Opadotun" userId="3167d536b10e8a89" providerId="LiveId" clId="{56D132D1-D715-430C-8123-C62FEA877FD9}" dt="2026-10-16T13:29:00.007" v="994" actId="20577"/>
        <pc:sldMkLst>
          <pc:docMk/>
          <pc:sldMk cId="3483806841" sldId="260"/>
        </pc:sldMkLst>
        <pc:spChg chg="mod">
          <ac:chgData name="Daniel Opadotun" userId="3167d536b10e8a89" providerId="LiveId" clId="{56D132D1-D715-430C-8123-C62FEA877FD9}" dt="2026-10-16T12:54:29.669" v="668" actId="1076"/>
          <ac:spMkLst>
            <pc:docMk/>
            <pc:sldMk cId="3483806841" sldId="260"/>
            <ac:spMk id="6" creationId="{77610683-4559-34CA-DDC0-E4F8A9E2346B}"/>
          </ac:spMkLst>
        </pc:spChg>
        <pc:graphicFrameChg chg="add del mod modGraphic">
          <ac:chgData name="Daniel Opadotun" userId="3167d536b10e8a89" providerId="LiveId" clId="{56D132D1-D715-430C-8123-C62FEA877FD9}" dt="2026-10-16T13:29:00.007" v="994" actId="20577"/>
          <ac:graphicFrameMkLst>
            <pc:docMk/>
            <pc:sldMk cId="3483806841" sldId="260"/>
            <ac:graphicFrameMk id="14" creationId="{50519CE3-146C-F1E8-CA39-3E956A1DEBFB}"/>
          </ac:graphicFrameMkLst>
        </pc:graphicFrameChg>
      </pc:sldChg>
      <pc:sldChg chg="addSp modSp mod">
        <pc:chgData name="Daniel Opadotun" userId="3167d536b10e8a89" providerId="LiveId" clId="{56D132D1-D715-430C-8123-C62FEA877FD9}" dt="2026-10-16T11:23:23.012" v="528" actId="20577"/>
        <pc:sldMkLst>
          <pc:docMk/>
          <pc:sldMk cId="930237903" sldId="261"/>
        </pc:sldMkLst>
        <pc:spChg chg="add mod">
          <ac:chgData name="Daniel Opadotun" userId="3167d536b10e8a89" providerId="LiveId" clId="{56D132D1-D715-430C-8123-C62FEA877FD9}" dt="2026-10-16T11:23:23.012" v="528" actId="20577"/>
          <ac:spMkLst>
            <pc:docMk/>
            <pc:sldMk cId="930237903" sldId="261"/>
            <ac:spMk id="3" creationId="{15A25175-F89E-2AAE-71A6-C2CE91FD8D70}"/>
          </ac:spMkLst>
        </pc:spChg>
        <pc:spChg chg="mod">
          <ac:chgData name="Daniel Opadotun" userId="3167d536b10e8a89" providerId="LiveId" clId="{56D132D1-D715-430C-8123-C62FEA877FD9}" dt="2026-10-16T11:22:46.846" v="492" actId="1076"/>
          <ac:spMkLst>
            <pc:docMk/>
            <pc:sldMk cId="930237903" sldId="261"/>
            <ac:spMk id="10" creationId="{1C5E85CA-4F41-1651-A431-1D1C6A182518}"/>
          </ac:spMkLst>
        </pc:spChg>
      </pc:sldChg>
      <pc:sldChg chg="addSp delSp modSp mod">
        <pc:chgData name="Daniel Opadotun" userId="3167d536b10e8a89" providerId="LiveId" clId="{56D132D1-D715-430C-8123-C62FEA877FD9}" dt="2026-10-16T13:31:40.753" v="1000" actId="478"/>
        <pc:sldMkLst>
          <pc:docMk/>
          <pc:sldMk cId="2088448002" sldId="262"/>
        </pc:sldMkLst>
        <pc:spChg chg="add del mod">
          <ac:chgData name="Daniel Opadotun" userId="3167d536b10e8a89" providerId="LiveId" clId="{56D132D1-D715-430C-8123-C62FEA877FD9}" dt="2026-10-16T13:31:40.753" v="1000" actId="478"/>
          <ac:spMkLst>
            <pc:docMk/>
            <pc:sldMk cId="2088448002" sldId="262"/>
            <ac:spMk id="2" creationId="{286E4E3A-8EF4-B590-6489-E16178D13D5B}"/>
          </ac:spMkLst>
        </pc:spChg>
        <pc:graphicFrameChg chg="mod modGraphic">
          <ac:chgData name="Daniel Opadotun" userId="3167d536b10e8a89" providerId="LiveId" clId="{56D132D1-D715-430C-8123-C62FEA877FD9}" dt="2026-10-16T13:29:00.878" v="996" actId="14100"/>
          <ac:graphicFrameMkLst>
            <pc:docMk/>
            <pc:sldMk cId="2088448002" sldId="262"/>
            <ac:graphicFrameMk id="5" creationId="{55AD8DE8-5015-FFD4-A4C0-5F59594092A4}"/>
          </ac:graphicFrameMkLst>
        </pc:graphicFrameChg>
      </pc:sldChg>
      <pc:sldChg chg="addSp delSp modSp mod">
        <pc:chgData name="Daniel Opadotun" userId="3167d536b10e8a89" providerId="LiveId" clId="{56D132D1-D715-430C-8123-C62FEA877FD9}" dt="2026-10-16T11:20:02.470" v="425" actId="1076"/>
        <pc:sldMkLst>
          <pc:docMk/>
          <pc:sldMk cId="865805937" sldId="263"/>
        </pc:sldMkLst>
        <pc:spChg chg="add del mod">
          <ac:chgData name="Daniel Opadotun" userId="3167d536b10e8a89" providerId="LiveId" clId="{56D132D1-D715-430C-8123-C62FEA877FD9}" dt="2026-10-16T11:18:32.007" v="400"/>
          <ac:spMkLst>
            <pc:docMk/>
            <pc:sldMk cId="865805937" sldId="263"/>
            <ac:spMk id="2" creationId="{8C34D99C-3039-33BC-CEA1-B2B4A537874A}"/>
          </ac:spMkLst>
        </pc:spChg>
        <pc:spChg chg="add mod">
          <ac:chgData name="Daniel Opadotun" userId="3167d536b10e8a89" providerId="LiveId" clId="{56D132D1-D715-430C-8123-C62FEA877FD9}" dt="2026-10-16T11:19:30.036" v="423" actId="255"/>
          <ac:spMkLst>
            <pc:docMk/>
            <pc:sldMk cId="865805937" sldId="263"/>
            <ac:spMk id="3" creationId="{AF233198-F297-60E7-36C0-82AB2079B2B1}"/>
          </ac:spMkLst>
        </pc:spChg>
        <pc:spChg chg="mod">
          <ac:chgData name="Daniel Opadotun" userId="3167d536b10e8a89" providerId="LiveId" clId="{56D132D1-D715-430C-8123-C62FEA877FD9}" dt="2026-10-16T11:20:02.470" v="425" actId="1076"/>
          <ac:spMkLst>
            <pc:docMk/>
            <pc:sldMk cId="865805937" sldId="263"/>
            <ac:spMk id="4" creationId="{8A3C2AB0-DEEB-BB77-18AC-B76B7AD6162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BC129F7-49F4-4032-8ECE-C65408096CD1}" type="datetimeFigureOut">
              <a:rPr lang="en-US" smtClean="0"/>
              <a:t>10/16/2026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E45F35F-7D57-4AE0-BDC3-8931E60F4D5C}" type="slidenum">
              <a:rPr lang="en-US" smtClean="0"/>
              <a:t>‹#›</a:t>
            </a:fld>
            <a:endParaRPr lang="en-US"/>
          </a:p>
        </p:txBody>
      </p:sp>
    </p:spTree>
    <p:extLst>
      <p:ext uri="{BB962C8B-B14F-4D97-AF65-F5344CB8AC3E}">
        <p14:creationId xmlns:p14="http://schemas.microsoft.com/office/powerpoint/2010/main" val="14235291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7E45F35F-7D57-4AE0-BDC3-8931E60F4D5C}" type="slidenum">
              <a:rPr lang="en-US" smtClean="0"/>
              <a:t>5</a:t>
            </a:fld>
            <a:endParaRPr lang="en-US"/>
          </a:p>
        </p:txBody>
      </p:sp>
    </p:spTree>
    <p:extLst>
      <p:ext uri="{BB962C8B-B14F-4D97-AF65-F5344CB8AC3E}">
        <p14:creationId xmlns:p14="http://schemas.microsoft.com/office/powerpoint/2010/main" val="33761373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6789" y="-1"/>
            <a:ext cx="12192001" cy="6858000"/>
          </a:xfrm>
          <a:blipFill>
            <a:blip r:embed="rId2">
              <a:alphaModFix amt="70000"/>
            </a:blip>
            <a:stretch>
              <a:fillRect/>
            </a:stretch>
          </a:blipFill>
        </p:spPr>
        <p:txBody>
          <a:bodyPr/>
          <a:lstStyle>
            <a:lvl1pPr>
              <a:defRPr/>
            </a:lvl1pPr>
          </a:lstStyle>
          <a:p>
            <a:r>
              <a:rPr lang="en-US" dirty="0"/>
              <a:t>   </a:t>
            </a:r>
          </a:p>
        </p:txBody>
      </p:sp>
      <p:sp>
        <p:nvSpPr>
          <p:cNvPr id="6" name="Title 5">
            <a:extLst>
              <a:ext uri="{FF2B5EF4-FFF2-40B4-BE49-F238E27FC236}">
                <a16:creationId xmlns:a16="http://schemas.microsoft.com/office/drawing/2014/main" id="{F7DA815B-BFAB-3E8D-D7E1-E7F9DE0A7703}"/>
              </a:ext>
            </a:extLst>
          </p:cNvPr>
          <p:cNvSpPr>
            <a:spLocks noGrp="1"/>
          </p:cNvSpPr>
          <p:nvPr>
            <p:ph type="title"/>
          </p:nvPr>
        </p:nvSpPr>
        <p:spPr>
          <a:xfrm>
            <a:off x="0" y="-1"/>
            <a:ext cx="6096000" cy="6857999"/>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p:spPr>
        <p:txBody>
          <a:bodyPr lIns="365760" tIns="822960" rIns="914400" bIns="2286000" anchor="t"/>
          <a:lstStyle>
            <a:lvl1pPr>
              <a:defRPr sz="5000"/>
            </a:lvl1pPr>
          </a:lstStyle>
          <a:p>
            <a:r>
              <a:rPr lang="en-US"/>
              <a:t>Click to edit Master title style</a:t>
            </a:r>
            <a:endParaRPr lang="en-US" dirty="0"/>
          </a:p>
        </p:txBody>
      </p:sp>
      <p:sp>
        <p:nvSpPr>
          <p:cNvPr id="15" name="Subtitle 2">
            <a:extLst>
              <a:ext uri="{FF2B5EF4-FFF2-40B4-BE49-F238E27FC236}">
                <a16:creationId xmlns:a16="http://schemas.microsoft.com/office/drawing/2014/main" id="{57758407-B9B8-FC90-BBF1-B9013F196E21}"/>
              </a:ext>
            </a:extLst>
          </p:cNvPr>
          <p:cNvSpPr>
            <a:spLocks noGrp="1"/>
          </p:cNvSpPr>
          <p:nvPr>
            <p:ph type="subTitle" idx="1"/>
          </p:nvPr>
        </p:nvSpPr>
        <p:spPr>
          <a:xfrm>
            <a:off x="0" y="2401889"/>
            <a:ext cx="6096000" cy="4456112"/>
          </a:xfrm>
          <a:gradFill>
            <a:gsLst>
              <a:gs pos="35000">
                <a:schemeClr val="bg2">
                  <a:alpha val="32000"/>
                </a:schemeClr>
              </a:gs>
              <a:gs pos="56000">
                <a:schemeClr val="accent6">
                  <a:alpha val="0"/>
                </a:schemeClr>
              </a:gs>
              <a:gs pos="8000">
                <a:schemeClr val="bg2"/>
              </a:gs>
              <a:gs pos="22000">
                <a:schemeClr val="bg2">
                  <a:alpha val="67000"/>
                </a:schemeClr>
              </a:gs>
            </a:gsLst>
            <a:path path="circle">
              <a:fillToRect t="100000" r="100000"/>
            </a:path>
          </a:gradFill>
        </p:spPr>
        <p:txBody>
          <a:bodyPr vert="horz" lIns="393192" tIns="457200" rIns="274320" bIns="731520" rtlCol="0" anchor="b">
            <a:normAutofit/>
          </a:bodyPr>
          <a:lstStyle>
            <a:lvl1pPr marL="0" indent="0">
              <a:buNone/>
              <a:defRPr lang="en-US" sz="1400" dirty="0"/>
            </a:lvl1pPr>
          </a:lstStyle>
          <a:p>
            <a:pPr lvl="0"/>
            <a:r>
              <a:rPr lang="en-US"/>
              <a:t>Click to edit Master subtitle style</a:t>
            </a:r>
            <a:endParaRPr lang="en-US" dirty="0"/>
          </a:p>
        </p:txBody>
      </p:sp>
      <p:sp>
        <p:nvSpPr>
          <p:cNvPr id="11" name="Date Placeholder 10">
            <a:extLst>
              <a:ext uri="{FF2B5EF4-FFF2-40B4-BE49-F238E27FC236}">
                <a16:creationId xmlns:a16="http://schemas.microsoft.com/office/drawing/2014/main" id="{A03BE6F4-76AC-1913-6858-8449FC30A22C}"/>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12" name="Footer Placeholder 11">
            <a:extLst>
              <a:ext uri="{FF2B5EF4-FFF2-40B4-BE49-F238E27FC236}">
                <a16:creationId xmlns:a16="http://schemas.microsoft.com/office/drawing/2014/main" id="{3A959F0E-1234-A029-DD14-0642D1457559}"/>
              </a:ext>
            </a:extLst>
          </p:cNvPr>
          <p:cNvSpPr>
            <a:spLocks noGrp="1"/>
          </p:cNvSpPr>
          <p:nvPr>
            <p:ph type="ftr" sz="quarter" idx="15"/>
          </p:nvPr>
        </p:nvSpPr>
        <p:spPr/>
        <p:txBody>
          <a:bodyPr/>
          <a:lstStyle/>
          <a:p>
            <a:endParaRPr lang="en-US"/>
          </a:p>
        </p:txBody>
      </p:sp>
      <p:sp>
        <p:nvSpPr>
          <p:cNvPr id="14" name="Slide Number Placeholder 13">
            <a:extLst>
              <a:ext uri="{FF2B5EF4-FFF2-40B4-BE49-F238E27FC236}">
                <a16:creationId xmlns:a16="http://schemas.microsoft.com/office/drawing/2014/main" id="{42107F04-5566-3CCB-8B23-B8B3ECBA5457}"/>
              </a:ext>
            </a:extLst>
          </p:cNvPr>
          <p:cNvSpPr>
            <a:spLocks noGrp="1"/>
          </p:cNvSpPr>
          <p:nvPr>
            <p:ph type="sldNum" sz="quarter" idx="16"/>
          </p:nvPr>
        </p:nvSpPr>
        <p:spPr/>
        <p:txBody>
          <a:bodyPr/>
          <a:lstStyle/>
          <a:p>
            <a:fld id="{30E01EF2-1252-478C-BF10-16FD6F070424}" type="slidenum">
              <a:rPr lang="en-US" smtClean="0"/>
              <a:t>‹#›</a:t>
            </a:fld>
            <a:endParaRPr lang="en-US"/>
          </a:p>
        </p:txBody>
      </p:sp>
    </p:spTree>
    <p:extLst>
      <p:ext uri="{BB962C8B-B14F-4D97-AF65-F5344CB8AC3E}">
        <p14:creationId xmlns:p14="http://schemas.microsoft.com/office/powerpoint/2010/main" val="2593715569"/>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22282"/>
            <a:ext cx="9830017" cy="731520"/>
          </a:xfrm>
        </p:spPr>
        <p:txBody>
          <a:bodyPr anchor="b">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2" y="2011680"/>
            <a:ext cx="11402568" cy="438912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4" name="Straight Connector 3">
            <a:extLst>
              <a:ext uri="{FF2B5EF4-FFF2-40B4-BE49-F238E27FC236}">
                <a16:creationId xmlns:a16="http://schemas.microsoft.com/office/drawing/2014/main" id="{F14132CA-3777-075A-ECC4-B9DEFA9B3CEB}"/>
              </a:ext>
            </a:extLst>
          </p:cNvPr>
          <p:cNvCxnSpPr>
            <a:cxnSpLocks/>
          </p:cNvCxnSpPr>
          <p:nvPr/>
        </p:nvCxnSpPr>
        <p:spPr>
          <a:xfrm flipH="1">
            <a:off x="394716" y="1704836"/>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8912372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37C87932-7DAB-7F93-5E51-7AEEA5AC7FEA}"/>
              </a:ext>
            </a:extLst>
          </p:cNvPr>
          <p:cNvSpPr>
            <a:spLocks noGrp="1"/>
          </p:cNvSpPr>
          <p:nvPr>
            <p:ph type="pic" sz="quarter" idx="13" hasCustomPrompt="1"/>
          </p:nvPr>
        </p:nvSpPr>
        <p:spPr>
          <a:xfrm>
            <a:off x="0" y="0"/>
            <a:ext cx="12192000" cy="6858000"/>
          </a:xfrm>
          <a:blipFill>
            <a:blip r:embed="rId2">
              <a:alphaModFix amt="70000"/>
            </a:blip>
            <a:stretch>
              <a:fillRect l="-2" t="-1" b="-19091"/>
            </a:stretch>
          </a:blipFill>
        </p:spPr>
        <p:txBody>
          <a:bodyPr/>
          <a:lstStyle>
            <a:lvl1pPr>
              <a:defRPr/>
            </a:lvl1pPr>
          </a:lstStyle>
          <a:p>
            <a:r>
              <a:rPr lang="en-US" dirty="0"/>
              <a:t>   </a:t>
            </a:r>
          </a:p>
        </p:txBody>
      </p:sp>
      <p:sp>
        <p:nvSpPr>
          <p:cNvPr id="10" name="Title 9">
            <a:extLst>
              <a:ext uri="{FF2B5EF4-FFF2-40B4-BE49-F238E27FC236}">
                <a16:creationId xmlns:a16="http://schemas.microsoft.com/office/drawing/2014/main" id="{D35AE1E4-9BA4-415B-370F-31BCBBC952D7}"/>
              </a:ext>
            </a:extLst>
          </p:cNvPr>
          <p:cNvSpPr>
            <a:spLocks noGrp="1"/>
          </p:cNvSpPr>
          <p:nvPr>
            <p:ph type="title"/>
          </p:nvPr>
        </p:nvSpPr>
        <p:spPr>
          <a:xfrm>
            <a:off x="6096000" y="-1"/>
            <a:ext cx="6096000" cy="6857999"/>
          </a:xfrm>
          <a:gradFill>
            <a:gsLst>
              <a:gs pos="100000">
                <a:schemeClr val="bg2">
                  <a:alpha val="90000"/>
                </a:schemeClr>
              </a:gs>
              <a:gs pos="34000">
                <a:srgbClr val="061F7B">
                  <a:alpha val="5000"/>
                  <a:lumMod val="74000"/>
                </a:srgbClr>
              </a:gs>
              <a:gs pos="15000">
                <a:schemeClr val="accent1">
                  <a:lumMod val="75000"/>
                  <a:alpha val="0"/>
                </a:schemeClr>
              </a:gs>
            </a:gsLst>
            <a:lin ang="600000" scaled="0"/>
          </a:gradFill>
          <a:ln>
            <a:solidFill>
              <a:schemeClr val="tx1"/>
            </a:solidFill>
          </a:ln>
        </p:spPr>
        <p:txBody>
          <a:bodyPr lIns="1600200" tIns="822960" rIns="274320" bIns="457200" anchor="t"/>
          <a:lstStyle>
            <a:lvl1pPr>
              <a:defRPr sz="4200"/>
            </a:lvl1pPr>
          </a:lstStyle>
          <a:p>
            <a:r>
              <a:rPr lang="en-US"/>
              <a:t>Click to edit Master title style</a:t>
            </a:r>
            <a:endParaRPr lang="en-US" dirty="0"/>
          </a:p>
        </p:txBody>
      </p:sp>
      <p:sp>
        <p:nvSpPr>
          <p:cNvPr id="5" name="Subtitle 2">
            <a:extLst>
              <a:ext uri="{FF2B5EF4-FFF2-40B4-BE49-F238E27FC236}">
                <a16:creationId xmlns:a16="http://schemas.microsoft.com/office/drawing/2014/main" id="{D54B625A-114F-C2DE-F195-EF26EC052662}"/>
              </a:ext>
            </a:extLst>
          </p:cNvPr>
          <p:cNvSpPr>
            <a:spLocks noGrp="1"/>
          </p:cNvSpPr>
          <p:nvPr>
            <p:ph type="subTitle" idx="1"/>
          </p:nvPr>
        </p:nvSpPr>
        <p:spPr>
          <a:xfrm>
            <a:off x="5002306" y="4231338"/>
            <a:ext cx="7189694" cy="2626661"/>
          </a:xfrm>
          <a:gradFill>
            <a:gsLst>
              <a:gs pos="63000">
                <a:schemeClr val="accent5">
                  <a:lumMod val="75000"/>
                  <a:alpha val="0"/>
                </a:schemeClr>
              </a:gs>
              <a:gs pos="100000">
                <a:schemeClr val="accent3">
                  <a:lumMod val="60000"/>
                  <a:lumOff val="40000"/>
                  <a:alpha val="69000"/>
                </a:schemeClr>
              </a:gs>
              <a:gs pos="13000">
                <a:schemeClr val="bg2">
                  <a:alpha val="0"/>
                </a:schemeClr>
              </a:gs>
            </a:gsLst>
            <a:lin ang="4200000" scaled="0"/>
          </a:gradFill>
        </p:spPr>
        <p:txBody>
          <a:bodyPr vert="horz" lIns="2743200" tIns="640080" rIns="457200" bIns="731520" rtlCol="0" anchor="b">
            <a:normAutofit/>
          </a:bodyPr>
          <a:lstStyle>
            <a:lvl1pPr marL="0" indent="0">
              <a:buNone/>
              <a:defRPr lang="en-US" sz="1400" dirty="0"/>
            </a:lvl1pPr>
          </a:lstStyle>
          <a:p>
            <a:pPr lvl="0"/>
            <a:r>
              <a:rPr lang="en-US"/>
              <a:t>Click to edit Master subtitle style</a:t>
            </a:r>
            <a:endParaRPr lang="en-US" dirty="0"/>
          </a:p>
        </p:txBody>
      </p:sp>
      <p:sp>
        <p:nvSpPr>
          <p:cNvPr id="7" name="Date Placeholder 6">
            <a:extLst>
              <a:ext uri="{FF2B5EF4-FFF2-40B4-BE49-F238E27FC236}">
                <a16:creationId xmlns:a16="http://schemas.microsoft.com/office/drawing/2014/main" id="{0F001462-21CF-5988-0554-7DB1C494B04E}"/>
              </a:ext>
            </a:extLst>
          </p:cNvPr>
          <p:cNvSpPr>
            <a:spLocks noGrp="1"/>
          </p:cNvSpPr>
          <p:nvPr>
            <p:ph type="dt" sz="half" idx="14"/>
          </p:nvPr>
        </p:nvSpPr>
        <p:spPr>
          <a:xfrm>
            <a:off x="7620000" y="210312"/>
            <a:ext cx="1473201" cy="365760"/>
          </a:xfrm>
        </p:spPr>
        <p:txBody>
          <a:bodyPr/>
          <a:lstStyle/>
          <a:p>
            <a:fld id="{DB6448ED-F621-4298-BC60-9F0F1F20CBA5}" type="datetimeFigureOut">
              <a:rPr lang="en-US" smtClean="0"/>
              <a:t>10/16/2026</a:t>
            </a:fld>
            <a:endParaRPr lang="en-US"/>
          </a:p>
        </p:txBody>
      </p:sp>
      <p:sp>
        <p:nvSpPr>
          <p:cNvPr id="8" name="Footer Placeholder 7">
            <a:extLst>
              <a:ext uri="{FF2B5EF4-FFF2-40B4-BE49-F238E27FC236}">
                <a16:creationId xmlns:a16="http://schemas.microsoft.com/office/drawing/2014/main" id="{E972D5EE-6935-237E-C4A2-C61261249F33}"/>
              </a:ext>
            </a:extLst>
          </p:cNvPr>
          <p:cNvSpPr>
            <a:spLocks noGrp="1"/>
          </p:cNvSpPr>
          <p:nvPr>
            <p:ph type="ftr" sz="quarter" idx="15"/>
          </p:nvPr>
        </p:nvSpPr>
        <p:spPr>
          <a:xfrm>
            <a:off x="9164921" y="210312"/>
            <a:ext cx="2181351" cy="365760"/>
          </a:xfrm>
        </p:spPr>
        <p:txBody>
          <a:bodyPr/>
          <a:lstStyle/>
          <a:p>
            <a:endParaRPr lang="en-US"/>
          </a:p>
        </p:txBody>
      </p:sp>
      <p:sp>
        <p:nvSpPr>
          <p:cNvPr id="13" name="Slide Number Placeholder 12">
            <a:extLst>
              <a:ext uri="{FF2B5EF4-FFF2-40B4-BE49-F238E27FC236}">
                <a16:creationId xmlns:a16="http://schemas.microsoft.com/office/drawing/2014/main" id="{C81CEA4D-A8A1-D4D2-8F28-C83469372446}"/>
              </a:ext>
            </a:extLst>
          </p:cNvPr>
          <p:cNvSpPr>
            <a:spLocks noGrp="1"/>
          </p:cNvSpPr>
          <p:nvPr>
            <p:ph type="sldNum" sz="quarter" idx="16"/>
          </p:nvPr>
        </p:nvSpPr>
        <p:spPr>
          <a:xfrm>
            <a:off x="11447711" y="210312"/>
            <a:ext cx="448805" cy="365760"/>
          </a:xfrm>
        </p:spPr>
        <p:txBody>
          <a:bodyPr/>
          <a:lstStyle/>
          <a:p>
            <a:fld id="{30E01EF2-1252-478C-BF10-16FD6F070424}" type="slidenum">
              <a:rPr lang="en-US" smtClean="0"/>
              <a:t>‹#›</a:t>
            </a:fld>
            <a:endParaRPr lang="en-US"/>
          </a:p>
        </p:txBody>
      </p:sp>
    </p:spTree>
    <p:extLst>
      <p:ext uri="{BB962C8B-B14F-4D97-AF65-F5344CB8AC3E}">
        <p14:creationId xmlns:p14="http://schemas.microsoft.com/office/powerpoint/2010/main" val="1244341430"/>
      </p:ext>
    </p:extLst>
  </p:cSld>
  <p:clrMapOvr>
    <a:masterClrMapping/>
  </p:clrMapOvr>
  <p:extLst>
    <p:ext uri="{DCECCB84-F9BA-43D5-87BE-67443E8EF086}">
      <p15:sldGuideLst xmlns:p15="http://schemas.microsoft.com/office/powerpoint/2012/main">
        <p15:guide id="1" pos="384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06A70A2D-6A6F-D8FD-B860-1F184E1B5E94}"/>
              </a:ext>
            </a:extLst>
          </p:cNvPr>
          <p:cNvSpPr>
            <a:spLocks noGrp="1"/>
          </p:cNvSpPr>
          <p:nvPr>
            <p:ph type="title"/>
          </p:nvPr>
        </p:nvSpPr>
        <p:spPr>
          <a:xfrm>
            <a:off x="274320" y="1133214"/>
            <a:ext cx="11631478" cy="1825674"/>
          </a:xfrm>
        </p:spPr>
        <p:txBody>
          <a:bodyPr anchor="t"/>
          <a:lstStyle>
            <a:lvl1pPr>
              <a:defRPr sz="5000"/>
            </a:lvl1pPr>
          </a:lstStyle>
          <a:p>
            <a:r>
              <a:rPr lang="en-US"/>
              <a:t>Click to edit Master title style</a:t>
            </a:r>
          </a:p>
        </p:txBody>
      </p:sp>
      <p:sp>
        <p:nvSpPr>
          <p:cNvPr id="7" name="Subtitle 2">
            <a:extLst>
              <a:ext uri="{FF2B5EF4-FFF2-40B4-BE49-F238E27FC236}">
                <a16:creationId xmlns:a16="http://schemas.microsoft.com/office/drawing/2014/main" id="{D95EA3D9-98A4-3891-668D-DF99CC18D7AC}"/>
              </a:ext>
            </a:extLst>
          </p:cNvPr>
          <p:cNvSpPr>
            <a:spLocks noGrp="1"/>
          </p:cNvSpPr>
          <p:nvPr>
            <p:ph type="subTitle" idx="1"/>
          </p:nvPr>
        </p:nvSpPr>
        <p:spPr>
          <a:xfrm>
            <a:off x="301751" y="5351226"/>
            <a:ext cx="7235954" cy="771276"/>
          </a:xfrm>
          <a:noFill/>
        </p:spPr>
        <p:txBody>
          <a:bodyPr vert="horz" lIns="91440" tIns="45720" rIns="91440" bIns="45720" rtlCol="0" anchor="t">
            <a:noAutofit/>
          </a:bodyPr>
          <a:lstStyle>
            <a:lvl1pPr marL="0" indent="0">
              <a:buNone/>
              <a:defRPr lang="en-US" sz="1800" dirty="0"/>
            </a:lvl1pPr>
          </a:lstStyle>
          <a:p>
            <a:pPr lvl="0"/>
            <a:r>
              <a:rPr lang="en-US"/>
              <a:t>Click to edit Master subtitle style</a:t>
            </a:r>
            <a:endParaRPr lang="en-US" dirty="0"/>
          </a:p>
        </p:txBody>
      </p:sp>
      <p:sp>
        <p:nvSpPr>
          <p:cNvPr id="15" name="Date Placeholder 14">
            <a:extLst>
              <a:ext uri="{FF2B5EF4-FFF2-40B4-BE49-F238E27FC236}">
                <a16:creationId xmlns:a16="http://schemas.microsoft.com/office/drawing/2014/main" id="{4E1D7382-6629-2CE5-9CD1-12C42772E0D2}"/>
              </a:ext>
            </a:extLst>
          </p:cNvPr>
          <p:cNvSpPr>
            <a:spLocks noGrp="1"/>
          </p:cNvSpPr>
          <p:nvPr>
            <p:ph type="dt" sz="half" idx="10"/>
          </p:nvPr>
        </p:nvSpPr>
        <p:spPr/>
        <p:txBody>
          <a:bodyPr/>
          <a:lstStyle/>
          <a:p>
            <a:fld id="{DB6448ED-F621-4298-BC60-9F0F1F20CBA5}" type="datetimeFigureOut">
              <a:rPr lang="en-US" smtClean="0"/>
              <a:t>10/16/2026</a:t>
            </a:fld>
            <a:endParaRPr lang="en-US"/>
          </a:p>
        </p:txBody>
      </p:sp>
      <p:sp>
        <p:nvSpPr>
          <p:cNvPr id="16" name="Footer Placeholder 15">
            <a:extLst>
              <a:ext uri="{FF2B5EF4-FFF2-40B4-BE49-F238E27FC236}">
                <a16:creationId xmlns:a16="http://schemas.microsoft.com/office/drawing/2014/main" id="{04D3FCD7-2C92-02D9-B65F-03119FF69156}"/>
              </a:ext>
            </a:extLst>
          </p:cNvPr>
          <p:cNvSpPr>
            <a:spLocks noGrp="1"/>
          </p:cNvSpPr>
          <p:nvPr>
            <p:ph type="ftr" sz="quarter" idx="11"/>
          </p:nvPr>
        </p:nvSpPr>
        <p:spPr/>
        <p:txBody>
          <a:bodyPr/>
          <a:lstStyle/>
          <a:p>
            <a:endParaRPr lang="en-US"/>
          </a:p>
        </p:txBody>
      </p:sp>
      <p:sp>
        <p:nvSpPr>
          <p:cNvPr id="17" name="Slide Number Placeholder 16">
            <a:extLst>
              <a:ext uri="{FF2B5EF4-FFF2-40B4-BE49-F238E27FC236}">
                <a16:creationId xmlns:a16="http://schemas.microsoft.com/office/drawing/2014/main" id="{6825B394-7F27-6399-8BDB-45CADE4F48C2}"/>
              </a:ext>
            </a:extLst>
          </p:cNvPr>
          <p:cNvSpPr>
            <a:spLocks noGrp="1"/>
          </p:cNvSpPr>
          <p:nvPr>
            <p:ph type="sldNum" sz="quarter" idx="12"/>
          </p:nvPr>
        </p:nvSpPr>
        <p:spPr/>
        <p:txBody>
          <a:bodyPr/>
          <a:lstStyle/>
          <a:p>
            <a:fld id="{30E01EF2-1252-478C-BF10-16FD6F070424}" type="slidenum">
              <a:rPr lang="en-US" smtClean="0"/>
              <a:t>‹#›</a:t>
            </a:fld>
            <a:endParaRPr lang="en-US"/>
          </a:p>
        </p:txBody>
      </p:sp>
      <p:sp>
        <p:nvSpPr>
          <p:cNvPr id="11" name="Rectangle 10">
            <a:extLst>
              <a:ext uri="{FF2B5EF4-FFF2-40B4-BE49-F238E27FC236}">
                <a16:creationId xmlns:a16="http://schemas.microsoft.com/office/drawing/2014/main" id="{6D514160-DA6E-9655-9294-6538F297B73D}"/>
              </a:ext>
            </a:extLst>
          </p:cNvPr>
          <p:cNvSpPr/>
          <p:nvPr/>
        </p:nvSpPr>
        <p:spPr>
          <a:xfrm rot="10800000">
            <a:off x="0" y="3432121"/>
            <a:ext cx="12192000" cy="1825033"/>
          </a:xfrm>
          <a:prstGeom prst="rect">
            <a:avLst/>
          </a:prstGeom>
          <a:gradFill>
            <a:gsLst>
              <a:gs pos="63000">
                <a:schemeClr val="bg2">
                  <a:alpha val="0"/>
                </a:schemeClr>
              </a:gs>
              <a:gs pos="100000">
                <a:schemeClr val="accent1">
                  <a:lumMod val="7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C29EB-3E43-F1FF-EB6B-9F5C908FFCC8}"/>
              </a:ext>
            </a:extLst>
          </p:cNvPr>
          <p:cNvSpPr/>
          <p:nvPr/>
        </p:nvSpPr>
        <p:spPr>
          <a:xfrm rot="16200000" flipH="1">
            <a:off x="5938634" y="-996853"/>
            <a:ext cx="1825034" cy="10681699"/>
          </a:xfrm>
          <a:prstGeom prst="rect">
            <a:avLst/>
          </a:prstGeom>
          <a:gradFill>
            <a:gsLst>
              <a:gs pos="56000">
                <a:schemeClr val="bg1">
                  <a:alpha val="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14543803"/>
      </p:ext>
    </p:extLst>
  </p:cSld>
  <p:clrMapOvr>
    <a:masterClrMapping/>
  </p:clrMapOvr>
  <p:extLst>
    <p:ext uri="{DCECCB84-F9BA-43D5-87BE-67443E8EF086}">
      <p15:sldGuideLst xmlns:p15="http://schemas.microsoft.com/office/powerpoint/2012/main">
        <p15:guide id="7" orient="horz" pos="2160" userDrawn="1">
          <p15:clr>
            <a:srgbClr val="FBAE40"/>
          </p15:clr>
        </p15:guide>
        <p15:guide id="8" pos="384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43D93006-CD9A-ACB8-4DFF-755585BD51C6}"/>
              </a:ext>
            </a:extLst>
          </p:cNvPr>
          <p:cNvSpPr/>
          <p:nvPr/>
        </p:nvSpPr>
        <p:spPr>
          <a:xfrm rot="5400000" flipH="1" flipV="1">
            <a:off x="-367222" y="367225"/>
            <a:ext cx="6866356" cy="6131909"/>
          </a:xfrm>
          <a:prstGeom prst="rect">
            <a:avLst/>
          </a:prstGeom>
          <a:gradFill>
            <a:gsLst>
              <a:gs pos="13000">
                <a:schemeClr val="accent2"/>
              </a:gs>
              <a:gs pos="60000">
                <a:schemeClr val="bg2">
                  <a:alpha val="0"/>
                </a:schemeClr>
              </a:gs>
            </a:gsLst>
            <a:lin ang="7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7" name="Rectangle 6">
            <a:extLst>
              <a:ext uri="{FF2B5EF4-FFF2-40B4-BE49-F238E27FC236}">
                <a16:creationId xmlns:a16="http://schemas.microsoft.com/office/drawing/2014/main" id="{A35B8330-0A40-6340-3205-86A38459537F}"/>
              </a:ext>
            </a:extLst>
          </p:cNvPr>
          <p:cNvSpPr/>
          <p:nvPr/>
        </p:nvSpPr>
        <p:spPr>
          <a:xfrm rot="5400000" flipV="1">
            <a:off x="-1977949" y="2307330"/>
            <a:ext cx="6528619" cy="2572719"/>
          </a:xfrm>
          <a:prstGeom prst="rect">
            <a:avLst/>
          </a:prstGeom>
          <a:gradFill>
            <a:gsLst>
              <a:gs pos="0">
                <a:schemeClr val="accent1">
                  <a:lumMod val="75000"/>
                </a:schemeClr>
              </a:gs>
              <a:gs pos="42000">
                <a:schemeClr val="bg2">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Rectangle 5">
            <a:extLst>
              <a:ext uri="{FF2B5EF4-FFF2-40B4-BE49-F238E27FC236}">
                <a16:creationId xmlns:a16="http://schemas.microsoft.com/office/drawing/2014/main" id="{72AFF5B4-F60C-7639-0259-DAA1F9833429}"/>
              </a:ext>
            </a:extLst>
          </p:cNvPr>
          <p:cNvSpPr/>
          <p:nvPr/>
        </p:nvSpPr>
        <p:spPr>
          <a:xfrm rot="10800000">
            <a:off x="1" y="4216109"/>
            <a:ext cx="8887299" cy="2644533"/>
          </a:xfrm>
          <a:prstGeom prst="rect">
            <a:avLst/>
          </a:prstGeom>
          <a:gradFill>
            <a:gsLst>
              <a:gs pos="0">
                <a:schemeClr val="accent3">
                  <a:lumMod val="60000"/>
                  <a:lumOff val="40000"/>
                </a:schemeClr>
              </a:gs>
              <a:gs pos="49000">
                <a:schemeClr val="accent4">
                  <a:lumMod val="75000"/>
                  <a:alpha val="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8892EA34-13CC-54C1-DE3D-4F1D5D55C9A7}"/>
              </a:ext>
            </a:extLst>
          </p:cNvPr>
          <p:cNvSpPr>
            <a:spLocks noGrp="1"/>
          </p:cNvSpPr>
          <p:nvPr>
            <p:ph type="title"/>
          </p:nvPr>
        </p:nvSpPr>
        <p:spPr>
          <a:xfrm>
            <a:off x="3018499" y="952500"/>
            <a:ext cx="8887299" cy="5636798"/>
          </a:xfrm>
        </p:spPr>
        <p:txBody>
          <a:bodyPr anchor="b">
            <a:normAutofit/>
          </a:bodyPr>
          <a:lstStyle>
            <a:lvl1pPr algn="r">
              <a:defRPr sz="72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3FCA76BF-5E58-9143-643F-6B06864B8735}"/>
              </a:ext>
            </a:extLst>
          </p:cNvPr>
          <p:cNvSpPr>
            <a:spLocks noGrp="1"/>
          </p:cNvSpPr>
          <p:nvPr>
            <p:ph type="dt" sz="half" idx="10"/>
          </p:nvPr>
        </p:nvSpPr>
        <p:spPr/>
        <p:txBody>
          <a:body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006C9F8B-DAAC-4FD9-5257-842E1B079B6D}"/>
              </a:ext>
            </a:extLst>
          </p:cNvPr>
          <p:cNvSpPr>
            <a:spLocks noGrp="1"/>
          </p:cNvSpPr>
          <p:nvPr>
            <p:ph type="ftr" sz="quarter" idx="11"/>
          </p:nvPr>
        </p:nvSpPr>
        <p:spPr/>
        <p:txBody>
          <a:bodyPr/>
          <a:lstStyle/>
          <a:p>
            <a:endParaRPr lang="en-US"/>
          </a:p>
        </p:txBody>
      </p:sp>
      <p:sp>
        <p:nvSpPr>
          <p:cNvPr id="8" name="Slide Number Placeholder 7">
            <a:extLst>
              <a:ext uri="{FF2B5EF4-FFF2-40B4-BE49-F238E27FC236}">
                <a16:creationId xmlns:a16="http://schemas.microsoft.com/office/drawing/2014/main" id="{DEF8E261-B260-D169-5279-F4153543A76C}"/>
              </a:ext>
            </a:extLst>
          </p:cNvPr>
          <p:cNvSpPr>
            <a:spLocks noGrp="1"/>
          </p:cNvSpPr>
          <p:nvPr>
            <p:ph type="sldNum" sz="quarter" idx="12"/>
          </p:nvPr>
        </p:nvSpPr>
        <p:spPr/>
        <p:txBody>
          <a:bodyPr/>
          <a:lstStyle/>
          <a:p>
            <a:fld id="{30E01EF2-1252-478C-BF10-16FD6F070424}" type="slidenum">
              <a:rPr lang="en-US" smtClean="0"/>
              <a:t>‹#›</a:t>
            </a:fld>
            <a:endParaRPr lang="en-US"/>
          </a:p>
        </p:txBody>
      </p:sp>
    </p:spTree>
    <p:extLst>
      <p:ext uri="{BB962C8B-B14F-4D97-AF65-F5344CB8AC3E}">
        <p14:creationId xmlns:p14="http://schemas.microsoft.com/office/powerpoint/2010/main" val="28758002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D31AE9B9-D0DC-50F5-FE7E-BCF950A9B60C}"/>
              </a:ext>
            </a:extLst>
          </p:cNvPr>
          <p:cNvSpPr/>
          <p:nvPr/>
        </p:nvSpPr>
        <p:spPr>
          <a:xfrm>
            <a:off x="28450" y="0"/>
            <a:ext cx="7600185" cy="6858000"/>
          </a:xfrm>
          <a:prstGeom prst="rect">
            <a:avLst/>
          </a:prstGeom>
          <a:gradFill>
            <a:gsLst>
              <a:gs pos="52000">
                <a:schemeClr val="bg2">
                  <a:alpha val="0"/>
                </a:schemeClr>
              </a:gs>
              <a:gs pos="100000">
                <a:schemeClr val="accent1">
                  <a:lumMod val="7500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0" y="3409447"/>
            <a:ext cx="7609635" cy="3448553"/>
          </a:xfrm>
          <a:prstGeom prst="rect">
            <a:avLst/>
          </a:prstGeom>
          <a:gradFill>
            <a:gsLst>
              <a:gs pos="0">
                <a:schemeClr val="accent2"/>
              </a:gs>
              <a:gs pos="45000">
                <a:schemeClr val="bg2">
                  <a:alpha val="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5" name="Rectangle 4">
            <a:extLst>
              <a:ext uri="{FF2B5EF4-FFF2-40B4-BE49-F238E27FC236}">
                <a16:creationId xmlns:a16="http://schemas.microsoft.com/office/drawing/2014/main" id="{32F5B7E4-5668-20C3-5FFF-AA7F08736507}"/>
              </a:ext>
            </a:extLst>
          </p:cNvPr>
          <p:cNvSpPr/>
          <p:nvPr/>
        </p:nvSpPr>
        <p:spPr>
          <a:xfrm rot="16200000">
            <a:off x="394816" y="-375817"/>
            <a:ext cx="6858000" cy="7609635"/>
          </a:xfrm>
          <a:prstGeom prst="rect">
            <a:avLst/>
          </a:prstGeom>
          <a:gradFill>
            <a:gsLst>
              <a:gs pos="0">
                <a:schemeClr val="tx1"/>
              </a:gs>
              <a:gs pos="18000">
                <a:schemeClr val="accent3">
                  <a:lumMod val="60000"/>
                  <a:lumOff val="40000"/>
                  <a:alpha val="72000"/>
                </a:schemeClr>
              </a:gs>
              <a:gs pos="56000">
                <a:schemeClr val="accent1">
                  <a:lumMod val="50000"/>
                  <a:alpha val="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268344FF-8882-8B2E-4777-40771425C01A}"/>
              </a:ext>
            </a:extLst>
          </p:cNvPr>
          <p:cNvSpPr/>
          <p:nvPr/>
        </p:nvSpPr>
        <p:spPr>
          <a:xfrm rot="16200000">
            <a:off x="1188613" y="417977"/>
            <a:ext cx="5518112" cy="7361933"/>
          </a:xfrm>
          <a:prstGeom prst="rect">
            <a:avLst/>
          </a:prstGeom>
          <a:gradFill flip="none" rotWithShape="1">
            <a:gsLst>
              <a:gs pos="24000">
                <a:schemeClr val="bg2">
                  <a:alpha val="0"/>
                </a:schemeClr>
              </a:gs>
              <a:gs pos="45000">
                <a:schemeClr val="bg2">
                  <a:alpha val="82000"/>
                </a:schemeClr>
              </a:gs>
              <a:gs pos="67000">
                <a:schemeClr val="bg1">
                  <a:alpha val="0"/>
                </a:schemeClr>
              </a:gs>
            </a:gsLst>
            <a:lin ang="120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sp>
        <p:nvSpPr>
          <p:cNvPr id="8" name="Title 7">
            <a:extLst>
              <a:ext uri="{FF2B5EF4-FFF2-40B4-BE49-F238E27FC236}">
                <a16:creationId xmlns:a16="http://schemas.microsoft.com/office/drawing/2014/main" id="{5F9BCED7-6A0B-12F0-730B-5623879C9495}"/>
              </a:ext>
            </a:extLst>
          </p:cNvPr>
          <p:cNvSpPr>
            <a:spLocks noGrp="1"/>
          </p:cNvSpPr>
          <p:nvPr>
            <p:ph type="title"/>
          </p:nvPr>
        </p:nvSpPr>
        <p:spPr>
          <a:xfrm>
            <a:off x="266702" y="1714498"/>
            <a:ext cx="4960617" cy="4722876"/>
          </a:xfrm>
        </p:spPr>
        <p:txBody>
          <a:bodyPr/>
          <a:lstStyle>
            <a:lvl1pPr>
              <a:defRPr sz="5000"/>
            </a:lvl1pPr>
          </a:lstStyle>
          <a:p>
            <a:r>
              <a:rPr lang="en-US"/>
              <a:t>Click to edit Master title style</a:t>
            </a:r>
            <a:endParaRPr lang="en-US" dirty="0"/>
          </a:p>
        </p:txBody>
      </p:sp>
      <p:sp>
        <p:nvSpPr>
          <p:cNvPr id="13" name="Date Placeholder 12">
            <a:extLst>
              <a:ext uri="{FF2B5EF4-FFF2-40B4-BE49-F238E27FC236}">
                <a16:creationId xmlns:a16="http://schemas.microsoft.com/office/drawing/2014/main" id="{E14FBD3E-3A09-5EF4-6941-FFF3E03D5396}"/>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14" name="Footer Placeholder 13">
            <a:extLst>
              <a:ext uri="{FF2B5EF4-FFF2-40B4-BE49-F238E27FC236}">
                <a16:creationId xmlns:a16="http://schemas.microsoft.com/office/drawing/2014/main" id="{362D8C0B-F931-385E-61C9-0E7226053F00}"/>
              </a:ext>
            </a:extLst>
          </p:cNvPr>
          <p:cNvSpPr>
            <a:spLocks noGrp="1"/>
          </p:cNvSpPr>
          <p:nvPr>
            <p:ph type="ftr" sz="quarter" idx="15"/>
          </p:nvPr>
        </p:nvSpPr>
        <p:spPr>
          <a:xfrm>
            <a:off x="7909368" y="210114"/>
            <a:ext cx="2509284" cy="365760"/>
          </a:xfrm>
        </p:spPr>
        <p:txBody>
          <a:bodyPr/>
          <a:lstStyle/>
          <a:p>
            <a:endParaRPr lang="en-US"/>
          </a:p>
        </p:txBody>
      </p:sp>
      <p:sp>
        <p:nvSpPr>
          <p:cNvPr id="15" name="Slide Number Placeholder 14">
            <a:extLst>
              <a:ext uri="{FF2B5EF4-FFF2-40B4-BE49-F238E27FC236}">
                <a16:creationId xmlns:a16="http://schemas.microsoft.com/office/drawing/2014/main" id="{07E96BDD-FAA3-3ABD-453F-3A62D97801B5}"/>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952232" y="1246951"/>
            <a:ext cx="3404277" cy="4923185"/>
          </a:xfrm>
        </p:spPr>
        <p:txBody>
          <a:bodyPr vert="horz" lIns="91440" tIns="45720" rIns="91440" bIns="45720" rtlCol="0" anchor="t">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5B086C0A-2B9C-7A1D-5F77-AF7402CC1F84}"/>
              </a:ext>
            </a:extLst>
          </p:cNvPr>
          <p:cNvCxnSpPr>
            <a:cxnSpLocks/>
          </p:cNvCxnSpPr>
          <p:nvPr/>
        </p:nvCxnSpPr>
        <p:spPr>
          <a:xfrm flipH="1">
            <a:off x="8002560" y="762000"/>
            <a:ext cx="3840480"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4378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C84410D4-C581-C48F-5E1D-E93DA884342F}"/>
              </a:ext>
            </a:extLst>
          </p:cNvPr>
          <p:cNvSpPr/>
          <p:nvPr/>
        </p:nvSpPr>
        <p:spPr>
          <a:xfrm rot="10800000">
            <a:off x="14619" y="-2"/>
            <a:ext cx="12177379" cy="4492404"/>
          </a:xfrm>
          <a:prstGeom prst="rect">
            <a:avLst/>
          </a:prstGeom>
          <a:gradFill flip="none" rotWithShape="1">
            <a:gsLst>
              <a:gs pos="33000">
                <a:schemeClr val="bg2">
                  <a:alpha val="0"/>
                </a:schemeClr>
              </a:gs>
              <a:gs pos="82000">
                <a:schemeClr val="accent1">
                  <a:lumMod val="50000"/>
                  <a:alpha val="44000"/>
                </a:schemeClr>
              </a:gs>
              <a:gs pos="100000">
                <a:schemeClr val="accent3">
                  <a:lumMod val="60000"/>
                  <a:lumOff val="40000"/>
                  <a:alpha val="90000"/>
                </a:schemeClr>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F8F2B01-BAAD-F03E-72D9-CC472F3A5DE5}"/>
              </a:ext>
            </a:extLst>
          </p:cNvPr>
          <p:cNvSpPr/>
          <p:nvPr/>
        </p:nvSpPr>
        <p:spPr>
          <a:xfrm flipH="1" flipV="1">
            <a:off x="723903" y="1161955"/>
            <a:ext cx="11468097" cy="3330447"/>
          </a:xfrm>
          <a:prstGeom prst="rect">
            <a:avLst/>
          </a:prstGeom>
          <a:gradFill>
            <a:gsLst>
              <a:gs pos="0">
                <a:schemeClr val="accent2">
                  <a:lumMod val="75000"/>
                </a:schemeClr>
              </a:gs>
              <a:gs pos="27000">
                <a:schemeClr val="bg2">
                  <a:alpha val="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id="{D31AE9B9-D0DC-50F5-FE7E-BCF950A9B60C}"/>
              </a:ext>
            </a:extLst>
          </p:cNvPr>
          <p:cNvSpPr/>
          <p:nvPr/>
        </p:nvSpPr>
        <p:spPr>
          <a:xfrm rot="10800000">
            <a:off x="-14621" y="-7466"/>
            <a:ext cx="6110621" cy="2500409"/>
          </a:xfrm>
          <a:prstGeom prst="rect">
            <a:avLst/>
          </a:prstGeom>
          <a:gradFill flip="none" rotWithShape="1">
            <a:gsLst>
              <a:gs pos="63000">
                <a:schemeClr val="bg2">
                  <a:alpha val="0"/>
                </a:schemeClr>
              </a:gs>
              <a:gs pos="100000">
                <a:schemeClr val="accent1">
                  <a:lumMod val="50000"/>
                </a:schemeClr>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B4D63E47-B71F-605F-2462-F6F2ED4F115C}"/>
              </a:ext>
            </a:extLst>
          </p:cNvPr>
          <p:cNvSpPr>
            <a:spLocks noGrp="1"/>
          </p:cNvSpPr>
          <p:nvPr>
            <p:ph type="title"/>
          </p:nvPr>
        </p:nvSpPr>
        <p:spPr>
          <a:xfrm>
            <a:off x="274320" y="1468924"/>
            <a:ext cx="5096176" cy="2461308"/>
          </a:xfrm>
        </p:spPr>
        <p:txBody>
          <a:bodyPr/>
          <a:lstStyle>
            <a:lvl1pPr>
              <a:defRPr sz="5000"/>
            </a:lvl1pPr>
          </a:lstStyle>
          <a:p>
            <a:r>
              <a:rPr lang="en-US"/>
              <a:t>Click to edit Master title style</a:t>
            </a:r>
            <a:endParaRPr lang="en-US" dirty="0"/>
          </a:p>
        </p:txBody>
      </p:sp>
      <p:sp>
        <p:nvSpPr>
          <p:cNvPr id="6" name="Date Placeholder 5">
            <a:extLst>
              <a:ext uri="{FF2B5EF4-FFF2-40B4-BE49-F238E27FC236}">
                <a16:creationId xmlns:a16="http://schemas.microsoft.com/office/drawing/2014/main" id="{C3B19A28-AC79-CF20-C703-D6B27C01698A}"/>
              </a:ext>
            </a:extLst>
          </p:cNvPr>
          <p:cNvSpPr>
            <a:spLocks noGrp="1"/>
          </p:cNvSpPr>
          <p:nvPr>
            <p:ph type="dt" sz="half" idx="14"/>
          </p:nvPr>
        </p:nvSpPr>
        <p:spPr>
          <a:xfrm>
            <a:off x="419100" y="210114"/>
            <a:ext cx="2064089" cy="365760"/>
          </a:xfrm>
        </p:spPr>
        <p:txBody>
          <a:bodyPr/>
          <a:lstStyle>
            <a:lvl1pPr>
              <a:defRPr>
                <a:solidFill>
                  <a:schemeClr val="tx1"/>
                </a:solidFill>
              </a:defRPr>
            </a:lvl1pPr>
          </a:lstStyle>
          <a:p>
            <a:fld id="{DB6448ED-F621-4298-BC60-9F0F1F20CBA5}" type="datetimeFigureOut">
              <a:rPr lang="en-US" smtClean="0"/>
              <a:t>10/16/2026</a:t>
            </a:fld>
            <a:endParaRPr lang="en-US"/>
          </a:p>
        </p:txBody>
      </p:sp>
      <p:sp>
        <p:nvSpPr>
          <p:cNvPr id="8" name="Footer Placeholder 7">
            <a:extLst>
              <a:ext uri="{FF2B5EF4-FFF2-40B4-BE49-F238E27FC236}">
                <a16:creationId xmlns:a16="http://schemas.microsoft.com/office/drawing/2014/main" id="{19E554EC-D104-642A-5E42-E4CFB243523F}"/>
              </a:ext>
            </a:extLst>
          </p:cNvPr>
          <p:cNvSpPr>
            <a:spLocks noGrp="1"/>
          </p:cNvSpPr>
          <p:nvPr>
            <p:ph type="ftr" sz="quarter" idx="15"/>
          </p:nvPr>
        </p:nvSpPr>
        <p:spPr>
          <a:xfrm>
            <a:off x="6477000" y="210114"/>
            <a:ext cx="3251508" cy="365760"/>
          </a:xfrm>
        </p:spPr>
        <p:txBody>
          <a:bodyPr/>
          <a:lstStyle>
            <a:lvl1pPr>
              <a:defRPr>
                <a:solidFill>
                  <a:schemeClr val="tx1"/>
                </a:solidFill>
              </a:defRPr>
            </a:lvl1pPr>
          </a:lstStyle>
          <a:p>
            <a:endParaRPr lang="en-US"/>
          </a:p>
        </p:txBody>
      </p:sp>
      <p:sp>
        <p:nvSpPr>
          <p:cNvPr id="9" name="Slide Number Placeholder 8">
            <a:extLst>
              <a:ext uri="{FF2B5EF4-FFF2-40B4-BE49-F238E27FC236}">
                <a16:creationId xmlns:a16="http://schemas.microsoft.com/office/drawing/2014/main" id="{47E23A16-5291-F71A-D460-81EE611EA8B8}"/>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6487383" y="1161955"/>
            <a:ext cx="4158158" cy="2768278"/>
          </a:xfrm>
        </p:spPr>
        <p:txBody>
          <a:bodyPr vert="horz" lIns="91440" tIns="45720" rIns="91440" bIns="45720" rtlCol="0" anchor="b">
            <a:normAutofit/>
          </a:bodyPr>
          <a:lstStyle>
            <a:lvl1pPr marL="457200" indent="-457200">
              <a:spcBef>
                <a:spcPts val="1000"/>
              </a:spcBef>
              <a:spcAft>
                <a:spcPts val="600"/>
              </a:spcAft>
              <a:buFont typeface="+mj-lt"/>
              <a:buAutoNum type="arabicPeriod"/>
              <a:defRPr lang="en-US" sz="1600" dirty="0"/>
            </a:lvl1pPr>
            <a:lvl2pPr marL="571500" indent="-342900">
              <a:spcBef>
                <a:spcPts val="1000"/>
              </a:spcBef>
              <a:spcAft>
                <a:spcPts val="600"/>
              </a:spcAft>
              <a:buFont typeface="+mj-lt"/>
              <a:buAutoNum type="arabicPeriod"/>
              <a:defRPr lang="en-US" sz="1400" dirty="0"/>
            </a:lvl2pPr>
            <a:lvl3pPr marL="800100" indent="-342900">
              <a:spcBef>
                <a:spcPts val="1000"/>
              </a:spcBef>
              <a:spcAft>
                <a:spcPts val="600"/>
              </a:spcAft>
              <a:buFont typeface="+mj-lt"/>
              <a:buAutoNum type="arabicPeriod"/>
              <a:defRPr lang="en-US" sz="1400" dirty="0"/>
            </a:lvl3pPr>
            <a:lvl4pPr>
              <a:spcBef>
                <a:spcPts val="1000"/>
              </a:spcBef>
              <a:spcAft>
                <a:spcPts val="600"/>
              </a:spcAft>
              <a:buFont typeface="+mj-lt"/>
              <a:buAutoNum type="arabicPeriod"/>
              <a:defRPr lang="en-US" sz="1400" dirty="0"/>
            </a:lvl4pPr>
            <a:lvl5pPr>
              <a:spcBef>
                <a:spcPts val="1000"/>
              </a:spcBef>
              <a:spcAft>
                <a:spcPts val="600"/>
              </a:spcAft>
              <a:buFont typeface="+mj-lt"/>
              <a:buAutoNum type="arabicPeriod"/>
              <a:defRPr lang="en-US" sz="14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Picture Placeholder 14">
            <a:extLst>
              <a:ext uri="{FF2B5EF4-FFF2-40B4-BE49-F238E27FC236}">
                <a16:creationId xmlns:a16="http://schemas.microsoft.com/office/drawing/2014/main" id="{C9B8CAF0-3749-D1CF-0FDA-20F4B5EE9862}"/>
              </a:ext>
            </a:extLst>
          </p:cNvPr>
          <p:cNvSpPr>
            <a:spLocks noGrp="1"/>
          </p:cNvSpPr>
          <p:nvPr>
            <p:ph type="pic" sz="quarter" idx="17" hasCustomPrompt="1"/>
          </p:nvPr>
        </p:nvSpPr>
        <p:spPr>
          <a:xfrm>
            <a:off x="0" y="4492402"/>
            <a:ext cx="12192000" cy="2365597"/>
          </a:xfrm>
          <a:blipFill>
            <a:blip r:embed="rId2">
              <a:alphaModFix amt="70000"/>
            </a:blip>
            <a:stretch>
              <a:fillRect/>
            </a:stretch>
          </a:blipFill>
        </p:spPr>
        <p:txBody>
          <a:bodyPr/>
          <a:lstStyle>
            <a:lvl1pPr>
              <a:defRPr/>
            </a:lvl1pPr>
          </a:lstStyle>
          <a:p>
            <a:r>
              <a:rPr lang="en-US" dirty="0"/>
              <a:t>   </a:t>
            </a:r>
          </a:p>
        </p:txBody>
      </p:sp>
    </p:spTree>
    <p:extLst>
      <p:ext uri="{BB962C8B-B14F-4D97-AF65-F5344CB8AC3E}">
        <p14:creationId xmlns:p14="http://schemas.microsoft.com/office/powerpoint/2010/main" val="334596155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C28AA25-2696-95B5-3DD1-1DDCE335B96E}"/>
              </a:ext>
            </a:extLst>
          </p:cNvPr>
          <p:cNvSpPr/>
          <p:nvPr/>
        </p:nvSpPr>
        <p:spPr>
          <a:xfrm>
            <a:off x="0" y="0"/>
            <a:ext cx="12192000" cy="6869579"/>
          </a:xfrm>
          <a:prstGeom prst="rect">
            <a:avLst/>
          </a:prstGeom>
          <a:gradFill flip="none" rotWithShape="1">
            <a:gsLst>
              <a:gs pos="23000">
                <a:schemeClr val="bg2">
                  <a:alpha val="0"/>
                </a:schemeClr>
              </a:gs>
              <a:gs pos="61000">
                <a:schemeClr val="accent1">
                  <a:lumMod val="50000"/>
                  <a:alpha val="50000"/>
                </a:schemeClr>
              </a:gs>
              <a:gs pos="100000">
                <a:schemeClr val="accent3">
                  <a:lumMod val="60000"/>
                  <a:lumOff val="40000"/>
                </a:schemeClr>
              </a:gs>
            </a:gsLst>
            <a:lin ang="18600000" scaled="0"/>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DE6450F3-50BF-885C-FD60-BACC77C3F1E0}"/>
              </a:ext>
            </a:extLst>
          </p:cNvPr>
          <p:cNvSpPr/>
          <p:nvPr/>
        </p:nvSpPr>
        <p:spPr>
          <a:xfrm flipH="1" flipV="1">
            <a:off x="0" y="1727456"/>
            <a:ext cx="12192001" cy="5130541"/>
          </a:xfrm>
          <a:prstGeom prst="rect">
            <a:avLst/>
          </a:prstGeom>
          <a:gradFill>
            <a:gsLst>
              <a:gs pos="0">
                <a:schemeClr val="accent2">
                  <a:lumMod val="75000"/>
                </a:schemeClr>
              </a:gs>
              <a:gs pos="45000">
                <a:schemeClr val="bg2">
                  <a:alpha val="0"/>
                </a:schemeClr>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Rectangle 8">
            <a:extLst>
              <a:ext uri="{FF2B5EF4-FFF2-40B4-BE49-F238E27FC236}">
                <a16:creationId xmlns:a16="http://schemas.microsoft.com/office/drawing/2014/main" id="{3D53C05B-A90A-250E-CBC3-E741A87656D9}"/>
              </a:ext>
            </a:extLst>
          </p:cNvPr>
          <p:cNvSpPr/>
          <p:nvPr/>
        </p:nvSpPr>
        <p:spPr>
          <a:xfrm rot="5400000">
            <a:off x="4285048" y="-1037373"/>
            <a:ext cx="6869579" cy="8944324"/>
          </a:xfrm>
          <a:prstGeom prst="rect">
            <a:avLst/>
          </a:prstGeom>
          <a:gradFill flip="none" rotWithShape="1">
            <a:gsLst>
              <a:gs pos="60000">
                <a:schemeClr val="accent5">
                  <a:alpha val="0"/>
                </a:schemeClr>
              </a:gs>
              <a:gs pos="94000">
                <a:schemeClr val="accent3">
                  <a:lumMod val="20000"/>
                  <a:lumOff val="8000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0B1BC43-B272-D419-E8BB-6EFDB7CB6DE6}"/>
              </a:ext>
            </a:extLst>
          </p:cNvPr>
          <p:cNvSpPr/>
          <p:nvPr/>
        </p:nvSpPr>
        <p:spPr>
          <a:xfrm rot="16200000">
            <a:off x="3586718" y="-681705"/>
            <a:ext cx="6783165" cy="8296238"/>
          </a:xfrm>
          <a:prstGeom prst="rect">
            <a:avLst/>
          </a:prstGeom>
          <a:gradFill flip="none" rotWithShape="1">
            <a:gsLst>
              <a:gs pos="26000">
                <a:schemeClr val="bg2"/>
              </a:gs>
              <a:gs pos="73000">
                <a:schemeClr val="bg2">
                  <a:alpha val="0"/>
                </a:schemeClr>
              </a:gs>
            </a:gsLst>
            <a:path path="circle">
              <a:fillToRect l="50000" t="50000" r="50000" b="50000"/>
            </a:path>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p>
        </p:txBody>
      </p:sp>
      <p:cxnSp>
        <p:nvCxnSpPr>
          <p:cNvPr id="11" name="Straight Connector 10">
            <a:extLst>
              <a:ext uri="{FF2B5EF4-FFF2-40B4-BE49-F238E27FC236}">
                <a16:creationId xmlns:a16="http://schemas.microsoft.com/office/drawing/2014/main" id="{9E9B18E3-016A-6508-4AB9-C1B35F40CE8C}"/>
              </a:ext>
            </a:extLst>
          </p:cNvPr>
          <p:cNvCxnSpPr>
            <a:cxnSpLocks/>
          </p:cNvCxnSpPr>
          <p:nvPr/>
        </p:nvCxnSpPr>
        <p:spPr>
          <a:xfrm flipH="1">
            <a:off x="394716" y="6101080"/>
            <a:ext cx="11402568" cy="0"/>
          </a:xfrm>
          <a:prstGeom prst="line">
            <a:avLst/>
          </a:prstGeom>
          <a:ln w="6350">
            <a:solidFill>
              <a:schemeClr val="tx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12" name="Rectangle 11">
            <a:extLst>
              <a:ext uri="{FF2B5EF4-FFF2-40B4-BE49-F238E27FC236}">
                <a16:creationId xmlns:a16="http://schemas.microsoft.com/office/drawing/2014/main" id="{C44A4757-EA69-EF77-262C-A183AC218312}"/>
              </a:ext>
            </a:extLst>
          </p:cNvPr>
          <p:cNvSpPr/>
          <p:nvPr/>
        </p:nvSpPr>
        <p:spPr>
          <a:xfrm rot="10800000">
            <a:off x="0" y="1"/>
            <a:ext cx="12192000" cy="5281424"/>
          </a:xfrm>
          <a:prstGeom prst="rect">
            <a:avLst/>
          </a:prstGeom>
          <a:gradFill flip="none" rotWithShape="1">
            <a:gsLst>
              <a:gs pos="52000">
                <a:schemeClr val="accent2">
                  <a:lumMod val="50000"/>
                  <a:alpha val="0"/>
                </a:schemeClr>
              </a:gs>
              <a:gs pos="100000">
                <a:schemeClr val="accent1">
                  <a:lumMod val="75000"/>
                </a:schemeClr>
              </a:gs>
            </a:gsLst>
            <a:lin ang="42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1" y="914400"/>
            <a:ext cx="7498080" cy="2621280"/>
          </a:xfrm>
        </p:spPr>
        <p:txBody>
          <a:bodyPr anchor="b">
            <a:normAutofit/>
          </a:bodyPr>
          <a:lstStyle>
            <a:lvl1pPr>
              <a:defRPr sz="4800" b="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2BF3AD86-30C4-61DF-3300-53A4A4BB6D4D}"/>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5" name="Footer Placeholder 4">
            <a:extLst>
              <a:ext uri="{FF2B5EF4-FFF2-40B4-BE49-F238E27FC236}">
                <a16:creationId xmlns:a16="http://schemas.microsoft.com/office/drawing/2014/main" id="{B40ED380-F3FA-F88A-4719-014588A2E13B}"/>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A218F7C8-EA2A-EA2C-5113-86B95AACB171}"/>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301751" y="3901440"/>
            <a:ext cx="7498080" cy="182880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66688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ACB42C01-B12A-AF17-D0E9-403E14D1D1A7}"/>
              </a:ext>
            </a:extLst>
          </p:cNvPr>
          <p:cNvSpPr/>
          <p:nvPr/>
        </p:nvSpPr>
        <p:spPr>
          <a:xfrm rot="10800000" flipH="1">
            <a:off x="391802" y="773848"/>
            <a:ext cx="11800198" cy="3151902"/>
          </a:xfrm>
          <a:prstGeom prst="rect">
            <a:avLst/>
          </a:prstGeom>
          <a:gradFill>
            <a:gsLst>
              <a:gs pos="79000">
                <a:schemeClr val="bg2">
                  <a:alpha val="0"/>
                </a:schemeClr>
              </a:gs>
              <a:gs pos="100000">
                <a:schemeClr val="accent5">
                  <a:lumMod val="75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A04AA29D-41E7-06F1-DA88-95401F827C71}"/>
              </a:ext>
            </a:extLst>
          </p:cNvPr>
          <p:cNvSpPr/>
          <p:nvPr/>
        </p:nvSpPr>
        <p:spPr>
          <a:xfrm rot="10800000" flipH="1">
            <a:off x="0" y="773847"/>
            <a:ext cx="11026588" cy="1634270"/>
          </a:xfrm>
          <a:prstGeom prst="rect">
            <a:avLst/>
          </a:prstGeom>
          <a:gradFill flip="none" rotWithShape="1">
            <a:gsLst>
              <a:gs pos="575">
                <a:schemeClr val="accent2"/>
              </a:gs>
              <a:gs pos="3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1866900" y="1918144"/>
            <a:ext cx="2939186" cy="2096814"/>
          </a:xfrm>
        </p:spPr>
        <p:txBody>
          <a:bodyPr vert="horz" lIns="91440" tIns="45720" rIns="91440" bIns="45720" rtlCol="0" anchor="t">
            <a:normAutofit/>
          </a:bodyPr>
          <a:lstStyle>
            <a:lvl1pPr>
              <a:defRPr lang="en-US" dirty="0">
                <a:solidFill>
                  <a:schemeClr val="tx1"/>
                </a:solidFill>
              </a:defRPr>
            </a:lvl1pPr>
          </a:lstStyle>
          <a:p>
            <a:pPr lvl="0"/>
            <a:r>
              <a:rPr lang="en-US"/>
              <a:t>Click to edit Master title style</a:t>
            </a:r>
          </a:p>
        </p:txBody>
      </p:sp>
      <p:sp>
        <p:nvSpPr>
          <p:cNvPr id="3" name="Date Placeholder 2">
            <a:extLst>
              <a:ext uri="{FF2B5EF4-FFF2-40B4-BE49-F238E27FC236}">
                <a16:creationId xmlns:a16="http://schemas.microsoft.com/office/drawing/2014/main" id="{11C4CAAF-9048-5116-D3C8-15E595C3BC25}"/>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7" name="Footer Placeholder 6">
            <a:extLst>
              <a:ext uri="{FF2B5EF4-FFF2-40B4-BE49-F238E27FC236}">
                <a16:creationId xmlns:a16="http://schemas.microsoft.com/office/drawing/2014/main" id="{F3B715D2-E75C-A2E6-CE7A-70CE2EFA5E82}"/>
              </a:ext>
            </a:extLst>
          </p:cNvPr>
          <p:cNvSpPr>
            <a:spLocks noGrp="1"/>
          </p:cNvSpPr>
          <p:nvPr>
            <p:ph type="ftr" sz="quarter" idx="15"/>
          </p:nvPr>
        </p:nvSpPr>
        <p:spPr>
          <a:xfrm>
            <a:off x="5334000" y="210114"/>
            <a:ext cx="2939491" cy="365760"/>
          </a:xfrm>
        </p:spPr>
        <p:txBody>
          <a:bodyPr/>
          <a:lstStyle/>
          <a:p>
            <a:endParaRPr lang="en-US"/>
          </a:p>
        </p:txBody>
      </p:sp>
      <p:sp>
        <p:nvSpPr>
          <p:cNvPr id="9" name="Slide Number Placeholder 8">
            <a:extLst>
              <a:ext uri="{FF2B5EF4-FFF2-40B4-BE49-F238E27FC236}">
                <a16:creationId xmlns:a16="http://schemas.microsoft.com/office/drawing/2014/main" id="{CBF8E49B-DD4C-66AF-8D2C-52110DB227F6}"/>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5334000" y="1918145"/>
            <a:ext cx="4991100" cy="413303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548059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500"/>
            <a:ext cx="3332784" cy="1581912"/>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99BE2343-B677-7565-070B-CEED0B0D5463}"/>
              </a:ext>
            </a:extLst>
          </p:cNvPr>
          <p:cNvSpPr>
            <a:spLocks noGrp="1"/>
          </p:cNvSpPr>
          <p:nvPr>
            <p:ph type="dt" sz="half" idx="16"/>
          </p:nvPr>
        </p:nvSpPr>
        <p:spPr>
          <a:xfrm>
            <a:off x="301752" y="205986"/>
            <a:ext cx="1097280" cy="365760"/>
          </a:xfrm>
        </p:spPr>
        <p:txBody>
          <a:body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8D8C8E1E-13A9-668C-1F5C-BC271E6A05CF}"/>
              </a:ext>
            </a:extLst>
          </p:cNvPr>
          <p:cNvSpPr>
            <a:spLocks noGrp="1"/>
          </p:cNvSpPr>
          <p:nvPr>
            <p:ph type="ftr" sz="quarter" idx="17"/>
          </p:nvPr>
        </p:nvSpPr>
        <p:spPr>
          <a:xfrm>
            <a:off x="1494378" y="207291"/>
            <a:ext cx="1639372" cy="365760"/>
          </a:xfrm>
        </p:spPr>
        <p:txBody>
          <a:bodyPr/>
          <a:lstStyle/>
          <a:p>
            <a:endParaRPr lang="en-US"/>
          </a:p>
        </p:txBody>
      </p:sp>
      <p:sp>
        <p:nvSpPr>
          <p:cNvPr id="9" name="Slide Number Placeholder 8">
            <a:extLst>
              <a:ext uri="{FF2B5EF4-FFF2-40B4-BE49-F238E27FC236}">
                <a16:creationId xmlns:a16="http://schemas.microsoft.com/office/drawing/2014/main" id="{394BC881-6669-50F2-64F2-57BD81A93BCE}"/>
              </a:ext>
            </a:extLst>
          </p:cNvPr>
          <p:cNvSpPr>
            <a:spLocks noGrp="1"/>
          </p:cNvSpPr>
          <p:nvPr>
            <p:ph type="sldNum" sz="quarter" idx="18"/>
          </p:nvPr>
        </p:nvSpPr>
        <p:spPr>
          <a:xfrm>
            <a:off x="3140760" y="210114"/>
            <a:ext cx="493776" cy="365760"/>
          </a:xfrm>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301752" y="3099816"/>
            <a:ext cx="3332784" cy="3054096"/>
          </a:xfrm>
        </p:spPr>
        <p:txBody>
          <a:bodyPr>
            <a:normAutofit/>
          </a:bodyPr>
          <a:lstStyle>
            <a:lvl1pPr marL="0" indent="0">
              <a:buNone/>
              <a:defRPr sz="1400"/>
            </a:lvl1pPr>
            <a:lvl2pPr marL="228600" indent="0">
              <a:buNone/>
              <a:defRPr sz="1400"/>
            </a:lvl2pPr>
            <a:lvl3pPr marL="457200" indent="0">
              <a:buNone/>
              <a:defRPr sz="1400"/>
            </a:lvl3pPr>
            <a:lvl4pPr marL="685800" indent="0">
              <a:buNone/>
              <a:defRPr sz="1400"/>
            </a:lvl4pPr>
            <a:lvl5pPr marL="914400" indent="0">
              <a:buNone/>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F93A3E8A-C3F5-3D0B-FDE4-68B52DFE7196}"/>
              </a:ext>
            </a:extLst>
          </p:cNvPr>
          <p:cNvSpPr>
            <a:spLocks noGrp="1"/>
          </p:cNvSpPr>
          <p:nvPr>
            <p:ph type="pic" sz="quarter" idx="15" hasCustomPrompt="1"/>
          </p:nvPr>
        </p:nvSpPr>
        <p:spPr>
          <a:xfrm>
            <a:off x="4152900" y="0"/>
            <a:ext cx="8039100" cy="6858000"/>
          </a:xfrm>
          <a:blipFill dpi="0" rotWithShape="1">
            <a:blip r:embed="rId2">
              <a:alphaModFix amt="60000"/>
            </a:blip>
            <a:srcRect/>
            <a:stretch>
              <a:fillRect/>
            </a:stretch>
          </a:blipFill>
        </p:spPr>
        <p:txBody>
          <a:bodyPr/>
          <a:lstStyle>
            <a:lvl1pPr>
              <a:defRPr/>
            </a:lvl1pPr>
          </a:lstStyle>
          <a:p>
            <a:r>
              <a:rPr lang="en-US" dirty="0"/>
              <a:t>   </a:t>
            </a:r>
          </a:p>
        </p:txBody>
      </p:sp>
      <p:cxnSp>
        <p:nvCxnSpPr>
          <p:cNvPr id="5" name="Straight Connector 4">
            <a:extLst>
              <a:ext uri="{FF2B5EF4-FFF2-40B4-BE49-F238E27FC236}">
                <a16:creationId xmlns:a16="http://schemas.microsoft.com/office/drawing/2014/main" id="{2A942C55-3382-C50D-76EB-793EA21DA34F}"/>
              </a:ext>
            </a:extLst>
          </p:cNvPr>
          <p:cNvCxnSpPr>
            <a:cxnSpLocks/>
          </p:cNvCxnSpPr>
          <p:nvPr/>
        </p:nvCxnSpPr>
        <p:spPr>
          <a:xfrm flipH="1">
            <a:off x="397288" y="2811277"/>
            <a:ext cx="324613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4491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4282051"/>
            <a:ext cx="3410958" cy="1532976"/>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0"/>
            <a:ext cx="12192000" cy="3864075"/>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4282051"/>
            <a:ext cx="7010399" cy="1532976"/>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a:xfrm>
            <a:off x="301752" y="6263640"/>
            <a:ext cx="1759288" cy="365760"/>
          </a:xfrm>
        </p:spPr>
        <p:txBody>
          <a:bodyPr/>
          <a:lstStyle/>
          <a:p>
            <a:fld id="{DB6448ED-F621-4298-BC60-9F0F1F20CBA5}" type="datetimeFigureOut">
              <a:rPr lang="en-US" smtClean="0"/>
              <a:t>10/16/2026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6263640"/>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a:xfrm>
            <a:off x="11300323" y="6263640"/>
            <a:ext cx="605475" cy="365760"/>
          </a:xfrm>
        </p:spPr>
        <p:txBody>
          <a:bodyPr/>
          <a:lstStyle/>
          <a:p>
            <a:fld id="{30E01EF2-1252-478C-BF10-16FD6F070424}" type="slidenum">
              <a:rPr lang="en-US" smtClean="0"/>
              <a:t>‹#›</a:t>
            </a:fld>
            <a:endParaRPr lang="en-US"/>
          </a:p>
        </p:txBody>
      </p:sp>
      <p:cxnSp>
        <p:nvCxnSpPr>
          <p:cNvPr id="9" name="Straight Connector 8">
            <a:extLst>
              <a:ext uri="{FF2B5EF4-FFF2-40B4-BE49-F238E27FC236}">
                <a16:creationId xmlns:a16="http://schemas.microsoft.com/office/drawing/2014/main" id="{16192296-0A21-2685-A792-B2723855E5B3}"/>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307964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D0E9D96-CB28-0F2C-BBB9-CE51B3EEBF53}"/>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7491984" y="955810"/>
            <a:ext cx="4114800" cy="1244051"/>
          </a:xfrm>
        </p:spPr>
        <p:txBody>
          <a:bodyPr anchor="b"/>
          <a:lstStyle/>
          <a:p>
            <a:r>
              <a:rPr lang="en-US"/>
              <a:t>Click to edit Master title style</a:t>
            </a:r>
          </a:p>
        </p:txBody>
      </p:sp>
      <p:sp>
        <p:nvSpPr>
          <p:cNvPr id="12" name="Picture Placeholder 11">
            <a:extLst>
              <a:ext uri="{FF2B5EF4-FFF2-40B4-BE49-F238E27FC236}">
                <a16:creationId xmlns:a16="http://schemas.microsoft.com/office/drawing/2014/main" id="{F8A45037-DD9A-9287-B37A-49CD4CC3CAFB}"/>
              </a:ext>
            </a:extLst>
          </p:cNvPr>
          <p:cNvSpPr>
            <a:spLocks noGrp="1"/>
          </p:cNvSpPr>
          <p:nvPr>
            <p:ph type="pic" sz="quarter" idx="15" hasCustomPrompt="1"/>
          </p:nvPr>
        </p:nvSpPr>
        <p:spPr>
          <a:xfrm>
            <a:off x="0" y="1"/>
            <a:ext cx="6959600" cy="6858000"/>
          </a:xfrm>
          <a:blipFill>
            <a:blip r:embed="rId2">
              <a:alphaModFix amt="60000"/>
            </a:blip>
            <a:stretch>
              <a:fillRect/>
            </a:stretch>
          </a:blipFill>
        </p:spPr>
        <p:txBody>
          <a:bodyPr/>
          <a:lstStyle>
            <a:lvl1pPr>
              <a:defRPr/>
            </a:lvl1pPr>
          </a:lstStyle>
          <a:p>
            <a:r>
              <a:rPr lang="en-US" dirty="0"/>
              <a:t>   </a:t>
            </a:r>
          </a:p>
        </p:txBody>
      </p:sp>
      <p:sp>
        <p:nvSpPr>
          <p:cNvPr id="4" name="Date Placeholder 3">
            <a:extLst>
              <a:ext uri="{FF2B5EF4-FFF2-40B4-BE49-F238E27FC236}">
                <a16:creationId xmlns:a16="http://schemas.microsoft.com/office/drawing/2014/main" id="{1762B38A-33A6-F8AC-C9B9-FA400D29071B}"/>
              </a:ext>
            </a:extLst>
          </p:cNvPr>
          <p:cNvSpPr>
            <a:spLocks noGrp="1"/>
          </p:cNvSpPr>
          <p:nvPr>
            <p:ph type="dt" sz="half" idx="16"/>
          </p:nvPr>
        </p:nvSpPr>
        <p:spPr>
          <a:xfrm>
            <a:off x="7469431" y="210114"/>
            <a:ext cx="1485900" cy="365760"/>
          </a:xfrm>
        </p:spPr>
        <p:txBody>
          <a:bodyPr/>
          <a:lstStyle/>
          <a:p>
            <a:fld id="{DB6448ED-F621-4298-BC60-9F0F1F20CBA5}" type="datetimeFigureOut">
              <a:rPr lang="en-US" smtClean="0"/>
              <a:t>10/16/2026</a:t>
            </a:fld>
            <a:endParaRPr lang="en-US"/>
          </a:p>
        </p:txBody>
      </p:sp>
      <p:sp>
        <p:nvSpPr>
          <p:cNvPr id="11" name="Footer Placeholder 10">
            <a:extLst>
              <a:ext uri="{FF2B5EF4-FFF2-40B4-BE49-F238E27FC236}">
                <a16:creationId xmlns:a16="http://schemas.microsoft.com/office/drawing/2014/main" id="{6F5CC625-CD4F-F9C5-5E5D-05B78AE7CEE1}"/>
              </a:ext>
            </a:extLst>
          </p:cNvPr>
          <p:cNvSpPr>
            <a:spLocks noGrp="1"/>
          </p:cNvSpPr>
          <p:nvPr>
            <p:ph type="ftr" sz="quarter" idx="17"/>
          </p:nvPr>
        </p:nvSpPr>
        <p:spPr>
          <a:xfrm>
            <a:off x="9376096" y="210114"/>
            <a:ext cx="1860464" cy="365760"/>
          </a:xfrm>
        </p:spPr>
        <p:txBody>
          <a:bodyPr/>
          <a:lstStyle/>
          <a:p>
            <a:endParaRPr lang="en-US"/>
          </a:p>
        </p:txBody>
      </p:sp>
      <p:sp>
        <p:nvSpPr>
          <p:cNvPr id="13" name="Slide Number Placeholder 12">
            <a:extLst>
              <a:ext uri="{FF2B5EF4-FFF2-40B4-BE49-F238E27FC236}">
                <a16:creationId xmlns:a16="http://schemas.microsoft.com/office/drawing/2014/main" id="{E5B1B358-15B5-2BEF-0B1B-0BC9F05FFA1A}"/>
              </a:ext>
            </a:extLst>
          </p:cNvPr>
          <p:cNvSpPr>
            <a:spLocks noGrp="1"/>
          </p:cNvSpPr>
          <p:nvPr>
            <p:ph type="sldNum" sz="quarter" idx="18"/>
          </p:nvPr>
        </p:nvSpPr>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6E0D00CE-C191-6DE5-9D82-7EFB59BC3739}"/>
              </a:ext>
            </a:extLst>
          </p:cNvPr>
          <p:cNvSpPr>
            <a:spLocks noGrp="1"/>
          </p:cNvSpPr>
          <p:nvPr>
            <p:ph sz="quarter" idx="14"/>
          </p:nvPr>
        </p:nvSpPr>
        <p:spPr>
          <a:xfrm>
            <a:off x="7491984" y="2791033"/>
            <a:ext cx="4114800" cy="33832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5" name="Straight Connector 4">
            <a:extLst>
              <a:ext uri="{FF2B5EF4-FFF2-40B4-BE49-F238E27FC236}">
                <a16:creationId xmlns:a16="http://schemas.microsoft.com/office/drawing/2014/main" id="{BE9AF0A0-5001-F380-4488-B02AB3C79B31}"/>
              </a:ext>
            </a:extLst>
          </p:cNvPr>
          <p:cNvCxnSpPr>
            <a:cxnSpLocks/>
          </p:cNvCxnSpPr>
          <p:nvPr/>
        </p:nvCxnSpPr>
        <p:spPr>
          <a:xfrm flipH="1">
            <a:off x="7595441" y="2475756"/>
            <a:ext cx="4011343"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3ED0235B-B98B-7313-28E9-8E643CDFF4A6}"/>
              </a:ext>
            </a:extLst>
          </p:cNvPr>
          <p:cNvSpPr/>
          <p:nvPr/>
        </p:nvSpPr>
        <p:spPr>
          <a:xfrm flipH="1">
            <a:off x="6959599" y="5749680"/>
            <a:ext cx="5232400" cy="1108320"/>
          </a:xfrm>
          <a:prstGeom prst="rect">
            <a:avLst/>
          </a:prstGeom>
          <a:gradFill>
            <a:gsLst>
              <a:gs pos="65000">
                <a:schemeClr val="accent1">
                  <a:lumMod val="50000"/>
                  <a:alpha val="0"/>
                </a:schemeClr>
              </a:gs>
              <a:gs pos="100000">
                <a:schemeClr val="accent6">
                  <a:lumMod val="75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4600260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017686"/>
            <a:ext cx="3410958" cy="1532976"/>
          </a:xfrm>
        </p:spPr>
        <p:txBody>
          <a:bodyPr anchor="t">
            <a:normAutofit/>
          </a:bodyPr>
          <a:lstStyle>
            <a:lvl1pPr>
              <a:defRPr sz="2800"/>
            </a:lvl1pPr>
          </a:lstStyle>
          <a:p>
            <a:r>
              <a:rPr lang="en-US"/>
              <a:t>Click to edit Master title style</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DB6448ED-F621-4298-BC60-9F0F1F20CBA5}" type="datetimeFigureOut">
              <a:rPr lang="en-US" smtClean="0"/>
              <a:t>10/16/2026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a:xfrm>
            <a:off x="4480560" y="210114"/>
            <a:ext cx="2509284" cy="365760"/>
          </a:xfrm>
        </p:spPr>
        <p:txBody>
          <a:bodyPr/>
          <a:lstStyle/>
          <a:p>
            <a:endParaRPr lang="en-US"/>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1017686"/>
            <a:ext cx="7010399" cy="2377440"/>
          </a:xfrm>
        </p:spPr>
        <p:txBody>
          <a:bodyPr>
            <a:noAutofit/>
          </a:bodyPr>
          <a:lstStyle>
            <a:lvl1pPr marL="0" indent="0">
              <a:buFont typeface="Arial" panose="020B0604020202020204" pitchFamily="34" charset="0"/>
              <a:buNone/>
              <a:defRPr sz="1600"/>
            </a:lvl1pPr>
            <a:lvl2pPr marL="228600" indent="0">
              <a:buFont typeface="Arial" panose="020B0604020202020204" pitchFamily="34" charset="0"/>
              <a:buNone/>
              <a:defRPr sz="1400"/>
            </a:lvl2pPr>
            <a:lvl3pPr marL="457200" indent="0">
              <a:buFont typeface="Arial" panose="020B0604020202020204" pitchFamily="34" charset="0"/>
              <a:buNone/>
              <a:defRPr sz="1200"/>
            </a:lvl3pPr>
            <a:lvl4pPr marL="685800" indent="0">
              <a:buFont typeface="Arial" panose="020B0604020202020204" pitchFamily="34" charset="0"/>
              <a:buNone/>
              <a:defRPr sz="1100"/>
            </a:lvl4pPr>
            <a:lvl5pPr marL="9144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C17E7B2-E2F9-D41D-D140-E89E0C3F5B96}"/>
              </a:ext>
            </a:extLst>
          </p:cNvPr>
          <p:cNvSpPr>
            <a:spLocks noGrp="1"/>
          </p:cNvSpPr>
          <p:nvPr>
            <p:ph type="pic" sz="quarter" idx="16" hasCustomPrompt="1"/>
          </p:nvPr>
        </p:nvSpPr>
        <p:spPr>
          <a:xfrm>
            <a:off x="0" y="3837709"/>
            <a:ext cx="12192000" cy="3020291"/>
          </a:xfrm>
          <a:blipFill dpi="0" rotWithShape="1">
            <a:blip r:embed="rId2">
              <a:alphaModFix amt="60000"/>
            </a:blip>
            <a:srcRect/>
            <a:stretch>
              <a:fillRect t="-27937"/>
            </a:stretch>
          </a:blipFill>
        </p:spPr>
        <p:txBody>
          <a:bodyPr/>
          <a:lstStyle>
            <a:lvl1pPr>
              <a:defRPr/>
            </a:lvl1pPr>
          </a:lstStyle>
          <a:p>
            <a:r>
              <a:rPr lang="en-US" dirty="0"/>
              <a:t>   </a:t>
            </a:r>
          </a:p>
        </p:txBody>
      </p:sp>
    </p:spTree>
    <p:extLst>
      <p:ext uri="{BB962C8B-B14F-4D97-AF65-F5344CB8AC3E}">
        <p14:creationId xmlns:p14="http://schemas.microsoft.com/office/powerpoint/2010/main" val="164110346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1371600"/>
            <a:ext cx="3474720" cy="2286000"/>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FB8772B0-B493-B608-E389-35329DEF2016}"/>
              </a:ext>
            </a:extLst>
          </p:cNvPr>
          <p:cNvSpPr>
            <a:spLocks noGrp="1"/>
          </p:cNvSpPr>
          <p:nvPr>
            <p:ph type="dt" sz="half" idx="16"/>
          </p:nvPr>
        </p:nvSpPr>
        <p:spPr/>
        <p:txBody>
          <a:bodyPr/>
          <a:lstStyle/>
          <a:p>
            <a:fld id="{DB6448ED-F621-4298-BC60-9F0F1F20CBA5}" type="datetimeFigureOut">
              <a:rPr lang="en-US" smtClean="0"/>
              <a:t>10/16/2026</a:t>
            </a:fld>
            <a:endParaRPr lang="en-US"/>
          </a:p>
        </p:txBody>
      </p:sp>
      <p:sp>
        <p:nvSpPr>
          <p:cNvPr id="12" name="Footer Placeholder 11">
            <a:extLst>
              <a:ext uri="{FF2B5EF4-FFF2-40B4-BE49-F238E27FC236}">
                <a16:creationId xmlns:a16="http://schemas.microsoft.com/office/drawing/2014/main" id="{0BFB2EA8-AADE-E8CD-890F-EA9F9968B253}"/>
              </a:ext>
            </a:extLst>
          </p:cNvPr>
          <p:cNvSpPr>
            <a:spLocks noGrp="1"/>
          </p:cNvSpPr>
          <p:nvPr>
            <p:ph type="ftr" sz="quarter" idx="17"/>
          </p:nvPr>
        </p:nvSpPr>
        <p:spPr>
          <a:xfrm>
            <a:off x="4457700" y="210114"/>
            <a:ext cx="2859307" cy="365760"/>
          </a:xfrm>
        </p:spPr>
        <p:txBody>
          <a:bodyPr/>
          <a:lstStyle/>
          <a:p>
            <a:endParaRPr lang="en-US"/>
          </a:p>
        </p:txBody>
      </p:sp>
      <p:sp>
        <p:nvSpPr>
          <p:cNvPr id="13" name="Slide Number Placeholder 12">
            <a:extLst>
              <a:ext uri="{FF2B5EF4-FFF2-40B4-BE49-F238E27FC236}">
                <a16:creationId xmlns:a16="http://schemas.microsoft.com/office/drawing/2014/main" id="{D854D38F-A697-A216-CCCB-0C1A9DCBD2FC}"/>
              </a:ext>
            </a:extLst>
          </p:cNvPr>
          <p:cNvSpPr>
            <a:spLocks noGrp="1"/>
          </p:cNvSpPr>
          <p:nvPr>
            <p:ph type="sldNum" sz="quarter" idx="18"/>
          </p:nvPr>
        </p:nvSpPr>
        <p:spPr>
          <a:xfrm>
            <a:off x="7611572" y="210114"/>
            <a:ext cx="605475" cy="365760"/>
          </a:xfrm>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8BAC3300-BF12-B200-9F06-8D5AC45CB7EF}"/>
              </a:ext>
            </a:extLst>
          </p:cNvPr>
          <p:cNvSpPr>
            <a:spLocks noGrp="1"/>
          </p:cNvSpPr>
          <p:nvPr>
            <p:ph sz="quarter" idx="14"/>
          </p:nvPr>
        </p:nvSpPr>
        <p:spPr>
          <a:xfrm>
            <a:off x="4457700" y="1371600"/>
            <a:ext cx="3368778" cy="4701943"/>
          </a:xfrm>
        </p:spPr>
        <p:txBody>
          <a:bodyPr rIns="45720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Picture Placeholder 3">
            <a:extLst>
              <a:ext uri="{FF2B5EF4-FFF2-40B4-BE49-F238E27FC236}">
                <a16:creationId xmlns:a16="http://schemas.microsoft.com/office/drawing/2014/main" id="{15A7BF66-FFF1-E318-9AFE-331E011D59C1}"/>
              </a:ext>
            </a:extLst>
          </p:cNvPr>
          <p:cNvSpPr>
            <a:spLocks noGrp="1"/>
          </p:cNvSpPr>
          <p:nvPr>
            <p:ph type="pic" sz="quarter" idx="15" hasCustomPrompt="1"/>
          </p:nvPr>
        </p:nvSpPr>
        <p:spPr>
          <a:xfrm>
            <a:off x="8731045" y="0"/>
            <a:ext cx="3460955" cy="6866879"/>
          </a:xfrm>
          <a:blipFill>
            <a:blip r:embed="rId2">
              <a:alphaModFix amt="60000"/>
            </a:blip>
            <a:stretch>
              <a:fillRect/>
            </a:stretch>
          </a:blipFill>
        </p:spPr>
        <p:txBody>
          <a:bodyPr/>
          <a:lstStyle>
            <a:lvl1pPr>
              <a:defRPr/>
            </a:lvl1pPr>
          </a:lstStyle>
          <a:p>
            <a:r>
              <a:rPr lang="en-US" dirty="0"/>
              <a:t>   </a:t>
            </a:r>
          </a:p>
        </p:txBody>
      </p:sp>
      <p:sp>
        <p:nvSpPr>
          <p:cNvPr id="5" name="Rectangle 4">
            <a:extLst>
              <a:ext uri="{FF2B5EF4-FFF2-40B4-BE49-F238E27FC236}">
                <a16:creationId xmlns:a16="http://schemas.microsoft.com/office/drawing/2014/main" id="{6D750207-6F0E-41F2-98B5-15BCAB2BF9AD}"/>
              </a:ext>
            </a:extLst>
          </p:cNvPr>
          <p:cNvSpPr/>
          <p:nvPr/>
        </p:nvSpPr>
        <p:spPr>
          <a:xfrm flipH="1">
            <a:off x="0" y="4771072"/>
            <a:ext cx="4874661" cy="2095805"/>
          </a:xfrm>
          <a:prstGeom prst="rect">
            <a:avLst/>
          </a:prstGeom>
          <a:gradFill>
            <a:gsLst>
              <a:gs pos="67000">
                <a:schemeClr val="bg2">
                  <a:alpha val="0"/>
                </a:schemeClr>
              </a:gs>
              <a:gs pos="95000">
                <a:schemeClr val="accent1"/>
              </a:gs>
            </a:gsLst>
            <a:lin ang="4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E21E79A5-CC18-0B38-C9F4-CA5690475280}"/>
              </a:ext>
            </a:extLst>
          </p:cNvPr>
          <p:cNvSpPr/>
          <p:nvPr/>
        </p:nvSpPr>
        <p:spPr>
          <a:xfrm flipH="1">
            <a:off x="-2" y="3852909"/>
            <a:ext cx="2823100" cy="3022846"/>
          </a:xfrm>
          <a:prstGeom prst="rect">
            <a:avLst/>
          </a:prstGeom>
          <a:gradFill flip="none" rotWithShape="1">
            <a:gsLst>
              <a:gs pos="0">
                <a:schemeClr val="tx2">
                  <a:alpha val="50000"/>
                </a:schemeClr>
              </a:gs>
              <a:gs pos="17000">
                <a:schemeClr val="accent6">
                  <a:lumMod val="60000"/>
                  <a:lumOff val="40000"/>
                  <a:alpha val="52000"/>
                </a:schemeClr>
              </a:gs>
              <a:gs pos="58000">
                <a:schemeClr val="bg1">
                  <a:alpha val="0"/>
                </a:schemeClr>
              </a:gs>
            </a:gsLst>
            <a:path path="circle">
              <a:fillToRect l="100000" t="100000"/>
            </a:path>
            <a:tileRect r="-100000" b="-1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7" name="Straight Connector 6">
            <a:extLst>
              <a:ext uri="{FF2B5EF4-FFF2-40B4-BE49-F238E27FC236}">
                <a16:creationId xmlns:a16="http://schemas.microsoft.com/office/drawing/2014/main" id="{B80496BC-B679-515B-9928-2CC91AD7A8A2}"/>
              </a:ext>
            </a:extLst>
          </p:cNvPr>
          <p:cNvCxnSpPr>
            <a:cxnSpLocks/>
          </p:cNvCxnSpPr>
          <p:nvPr/>
        </p:nvCxnSpPr>
        <p:spPr>
          <a:xfrm flipH="1">
            <a:off x="397002" y="751313"/>
            <a:ext cx="7726680"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4362873"/>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952499"/>
            <a:ext cx="6751127" cy="1250871"/>
          </a:xfrm>
        </p:spPr>
        <p:txBody>
          <a:bodyPr anchor="b"/>
          <a:lstStyle/>
          <a:p>
            <a:r>
              <a:rPr lang="en-US"/>
              <a:t>Click to edit Master title style</a:t>
            </a:r>
          </a:p>
        </p:txBody>
      </p:sp>
      <p:sp>
        <p:nvSpPr>
          <p:cNvPr id="3" name="Date Placeholder 2">
            <a:extLst>
              <a:ext uri="{FF2B5EF4-FFF2-40B4-BE49-F238E27FC236}">
                <a16:creationId xmlns:a16="http://schemas.microsoft.com/office/drawing/2014/main" id="{3907AE70-2FE3-1872-0811-BC089F612855}"/>
              </a:ext>
            </a:extLst>
          </p:cNvPr>
          <p:cNvSpPr>
            <a:spLocks noGrp="1"/>
          </p:cNvSpPr>
          <p:nvPr>
            <p:ph type="dt" sz="half" idx="16"/>
          </p:nvPr>
        </p:nvSpPr>
        <p:spPr>
          <a:xfrm>
            <a:off x="301752" y="203862"/>
            <a:ext cx="2286000" cy="365760"/>
          </a:xfrm>
        </p:spPr>
        <p:txBody>
          <a:body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37497486-A221-C6D1-050D-0B3DB326465B}"/>
              </a:ext>
            </a:extLst>
          </p:cNvPr>
          <p:cNvSpPr>
            <a:spLocks noGrp="1"/>
          </p:cNvSpPr>
          <p:nvPr>
            <p:ph type="ftr" sz="quarter" idx="17"/>
          </p:nvPr>
        </p:nvSpPr>
        <p:spPr>
          <a:xfrm>
            <a:off x="2590800" y="203862"/>
            <a:ext cx="2775003" cy="365760"/>
          </a:xfrm>
        </p:spPr>
        <p:txBody>
          <a:bodyPr/>
          <a:lstStyle/>
          <a:p>
            <a:endParaRPr lang="en-US"/>
          </a:p>
        </p:txBody>
      </p:sp>
      <p:sp>
        <p:nvSpPr>
          <p:cNvPr id="9" name="Slide Number Placeholder 8">
            <a:extLst>
              <a:ext uri="{FF2B5EF4-FFF2-40B4-BE49-F238E27FC236}">
                <a16:creationId xmlns:a16="http://schemas.microsoft.com/office/drawing/2014/main" id="{193EE6EB-FF56-B8A3-1408-5C43C49B256E}"/>
              </a:ext>
            </a:extLst>
          </p:cNvPr>
          <p:cNvSpPr>
            <a:spLocks noGrp="1"/>
          </p:cNvSpPr>
          <p:nvPr>
            <p:ph type="sldNum" sz="quarter" idx="18"/>
          </p:nvPr>
        </p:nvSpPr>
        <p:spPr>
          <a:xfrm>
            <a:off x="6247336" y="203862"/>
            <a:ext cx="864794" cy="365760"/>
          </a:xfrm>
        </p:spPr>
        <p:txBody>
          <a:bodyPr/>
          <a:lstStyle/>
          <a:p>
            <a:fld id="{30E01EF2-1252-478C-BF10-16FD6F070424}" type="slidenum">
              <a:rPr lang="en-US" smtClean="0"/>
              <a:t>‹#›</a:t>
            </a:fld>
            <a:endParaRPr lang="en-US"/>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301752" y="2410518"/>
            <a:ext cx="6755514" cy="380740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9">
            <a:extLst>
              <a:ext uri="{FF2B5EF4-FFF2-40B4-BE49-F238E27FC236}">
                <a16:creationId xmlns:a16="http://schemas.microsoft.com/office/drawing/2014/main" id="{EE2866F3-0262-FC88-23E2-359D75EA8A79}"/>
              </a:ext>
            </a:extLst>
          </p:cNvPr>
          <p:cNvSpPr>
            <a:spLocks noGrp="1"/>
          </p:cNvSpPr>
          <p:nvPr>
            <p:ph type="pic" sz="quarter" idx="15" hasCustomPrompt="1"/>
          </p:nvPr>
        </p:nvSpPr>
        <p:spPr>
          <a:xfrm>
            <a:off x="7620000" y="0"/>
            <a:ext cx="4572000" cy="6858000"/>
          </a:xfrm>
          <a:blipFill>
            <a:blip r:embed="rId2">
              <a:alphaModFix amt="60000"/>
            </a:blip>
            <a:stretch>
              <a:fillRect/>
            </a:stretch>
          </a:blipFill>
        </p:spPr>
        <p:txBody>
          <a:bodyPr/>
          <a:lstStyle>
            <a:lvl1pPr>
              <a:defRPr/>
            </a:lvl1pPr>
          </a:lstStyle>
          <a:p>
            <a:r>
              <a:rPr lang="en-US" dirty="0"/>
              <a:t>    </a:t>
            </a:r>
          </a:p>
        </p:txBody>
      </p:sp>
      <p:sp>
        <p:nvSpPr>
          <p:cNvPr id="6" name="Rectangle 5">
            <a:extLst>
              <a:ext uri="{FF2B5EF4-FFF2-40B4-BE49-F238E27FC236}">
                <a16:creationId xmlns:a16="http://schemas.microsoft.com/office/drawing/2014/main" id="{EC640749-9485-B575-4B2A-075EAA112D08}"/>
              </a:ext>
            </a:extLst>
          </p:cNvPr>
          <p:cNvSpPr/>
          <p:nvPr/>
        </p:nvSpPr>
        <p:spPr>
          <a:xfrm flipH="1">
            <a:off x="0" y="3706098"/>
            <a:ext cx="7620000" cy="3151902"/>
          </a:xfrm>
          <a:prstGeom prst="rect">
            <a:avLst/>
          </a:prstGeom>
          <a:gradFill>
            <a:gsLst>
              <a:gs pos="79000">
                <a:schemeClr val="bg2">
                  <a:alpha val="0"/>
                </a:schemeClr>
              </a:gs>
              <a:gs pos="100000">
                <a:schemeClr val="accent6">
                  <a:alpha val="66000"/>
                </a:schemeClr>
              </a:gs>
            </a:gsLst>
            <a:lin ang="52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5E19E54-3987-D72A-629F-B4FB61FCC4E9}"/>
              </a:ext>
            </a:extLst>
          </p:cNvPr>
          <p:cNvSpPr/>
          <p:nvPr/>
        </p:nvSpPr>
        <p:spPr>
          <a:xfrm flipH="1">
            <a:off x="0" y="5597112"/>
            <a:ext cx="7620000" cy="1260888"/>
          </a:xfrm>
          <a:prstGeom prst="rect">
            <a:avLst/>
          </a:prstGeom>
          <a:gradFill flip="none" rotWithShape="1">
            <a:gsLst>
              <a:gs pos="21830">
                <a:schemeClr val="accent1">
                  <a:alpha val="29000"/>
                </a:schemeClr>
              </a:gs>
              <a:gs pos="0">
                <a:schemeClr val="accent5">
                  <a:lumMod val="60000"/>
                  <a:lumOff val="40000"/>
                  <a:alpha val="84000"/>
                </a:schemeClr>
              </a:gs>
              <a:gs pos="57000">
                <a:schemeClr val="bg1">
                  <a:alpha val="0"/>
                </a:schemeClr>
              </a:gs>
            </a:gsLst>
            <a:lin ang="16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1" name="Straight Connector 10">
            <a:extLst>
              <a:ext uri="{FF2B5EF4-FFF2-40B4-BE49-F238E27FC236}">
                <a16:creationId xmlns:a16="http://schemas.microsoft.com/office/drawing/2014/main" id="{D34DF899-11E5-3A31-4C5A-75E63BA26BC6}"/>
              </a:ext>
            </a:extLst>
          </p:cNvPr>
          <p:cNvCxnSpPr>
            <a:cxnSpLocks/>
          </p:cNvCxnSpPr>
          <p:nvPr/>
        </p:nvCxnSpPr>
        <p:spPr>
          <a:xfrm flipH="1">
            <a:off x="397002" y="751313"/>
            <a:ext cx="6620256"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166601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2834639"/>
            <a:ext cx="3014382" cy="2926080"/>
          </a:xfrm>
        </p:spPr>
        <p:txBody>
          <a:bodyPr anchor="t">
            <a:normAutofit/>
          </a:bodyPr>
          <a:lstStyle>
            <a:lvl1pPr>
              <a:defRPr sz="2800"/>
            </a:lvl1pPr>
          </a:lstStyle>
          <a:p>
            <a:r>
              <a:rPr lang="en-US"/>
              <a:t>Click to edit Master title style</a:t>
            </a:r>
          </a:p>
        </p:txBody>
      </p:sp>
      <p:sp>
        <p:nvSpPr>
          <p:cNvPr id="4" name="Picture Placeholder 3">
            <a:extLst>
              <a:ext uri="{FF2B5EF4-FFF2-40B4-BE49-F238E27FC236}">
                <a16:creationId xmlns:a16="http://schemas.microsoft.com/office/drawing/2014/main" id="{3DA51E54-3166-19CA-EB55-5DFFB9426CAD}"/>
              </a:ext>
            </a:extLst>
          </p:cNvPr>
          <p:cNvSpPr>
            <a:spLocks noGrp="1"/>
          </p:cNvSpPr>
          <p:nvPr>
            <p:ph type="pic" sz="quarter" idx="19" hasCustomPrompt="1"/>
          </p:nvPr>
        </p:nvSpPr>
        <p:spPr>
          <a:xfrm>
            <a:off x="-17796" y="0"/>
            <a:ext cx="12209796" cy="2420098"/>
          </a:xfrm>
          <a:blipFill dpi="0" rotWithShape="1">
            <a:blip r:embed="rId2">
              <a:alphaModFix amt="60000"/>
            </a:blip>
            <a:srcRect/>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3D15418-1E32-0501-0E66-54FC2DD08E39}"/>
              </a:ext>
            </a:extLst>
          </p:cNvPr>
          <p:cNvSpPr>
            <a:spLocks noGrp="1"/>
          </p:cNvSpPr>
          <p:nvPr>
            <p:ph sz="quarter" idx="14"/>
          </p:nvPr>
        </p:nvSpPr>
        <p:spPr>
          <a:xfrm>
            <a:off x="4480560" y="2834640"/>
            <a:ext cx="7200900" cy="2926080"/>
          </a:xfrm>
        </p:spPr>
        <p:txBody>
          <a:bodyPr>
            <a:noAutofit/>
          </a:bodyPr>
          <a:lstStyle>
            <a:lvl1pPr marL="285750" indent="-285750">
              <a:buFont typeface="Arial" panose="020B0604020202020204" pitchFamily="34" charset="0"/>
              <a:buNone/>
              <a:defRPr sz="1800"/>
            </a:lvl1pPr>
            <a:lvl2pPr marL="514350" indent="-285750">
              <a:buFont typeface="Arial" panose="020B0604020202020204" pitchFamily="34" charset="0"/>
              <a:buNone/>
              <a:defRPr sz="1600"/>
            </a:lvl2pPr>
            <a:lvl3pPr marL="742950" indent="-285750">
              <a:buFont typeface="Arial" panose="020B0604020202020204" pitchFamily="34" charset="0"/>
              <a:buNone/>
              <a:defRPr sz="1400"/>
            </a:lvl3pPr>
            <a:lvl4pPr marL="857250" indent="-171450">
              <a:buFont typeface="Arial" panose="020B0604020202020204" pitchFamily="34" charset="0"/>
              <a:buNone/>
              <a:defRPr sz="1200"/>
            </a:lvl4pPr>
            <a:lvl5pPr marL="1085850" indent="-171450">
              <a:buFont typeface="Arial" panose="020B0604020202020204" pitchFamily="34" charset="0"/>
              <a:buNone/>
              <a:defRPr sz="11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9AA293A1-7F80-90D9-D8FF-27238ADD7956}"/>
              </a:ext>
            </a:extLst>
          </p:cNvPr>
          <p:cNvSpPr>
            <a:spLocks noGrp="1"/>
          </p:cNvSpPr>
          <p:nvPr>
            <p:ph type="dt" sz="half" idx="16"/>
          </p:nvPr>
        </p:nvSpPr>
        <p:spPr>
          <a:xfrm>
            <a:off x="301752" y="6274033"/>
            <a:ext cx="3014382" cy="365760"/>
          </a:xfrm>
        </p:spPr>
        <p:txBody>
          <a:bodyPr/>
          <a:lstStyle/>
          <a:p>
            <a:fld id="{DB6448ED-F621-4298-BC60-9F0F1F20CBA5}" type="datetimeFigureOut">
              <a:rPr lang="en-US" smtClean="0"/>
              <a:t>10/16/2026</a:t>
            </a:fld>
            <a:endParaRPr lang="en-US"/>
          </a:p>
        </p:txBody>
      </p:sp>
      <p:sp>
        <p:nvSpPr>
          <p:cNvPr id="14" name="Footer Placeholder 13">
            <a:extLst>
              <a:ext uri="{FF2B5EF4-FFF2-40B4-BE49-F238E27FC236}">
                <a16:creationId xmlns:a16="http://schemas.microsoft.com/office/drawing/2014/main" id="{3BD91724-58CE-FA68-1E24-9CD57621C129}"/>
              </a:ext>
            </a:extLst>
          </p:cNvPr>
          <p:cNvSpPr>
            <a:spLocks noGrp="1"/>
          </p:cNvSpPr>
          <p:nvPr>
            <p:ph type="ftr" sz="quarter" idx="17"/>
          </p:nvPr>
        </p:nvSpPr>
        <p:spPr>
          <a:xfrm>
            <a:off x="4480560" y="6274033"/>
            <a:ext cx="3162300" cy="365760"/>
          </a:xfrm>
        </p:spPr>
        <p:txBody>
          <a:bodyPr/>
          <a:lstStyle/>
          <a:p>
            <a:endParaRPr lang="en-US"/>
          </a:p>
        </p:txBody>
      </p:sp>
      <p:sp>
        <p:nvSpPr>
          <p:cNvPr id="15" name="Slide Number Placeholder 14">
            <a:extLst>
              <a:ext uri="{FF2B5EF4-FFF2-40B4-BE49-F238E27FC236}">
                <a16:creationId xmlns:a16="http://schemas.microsoft.com/office/drawing/2014/main" id="{3B9AC797-2D9B-C7AC-550D-157FEDA3800D}"/>
              </a:ext>
            </a:extLst>
          </p:cNvPr>
          <p:cNvSpPr>
            <a:spLocks noGrp="1"/>
          </p:cNvSpPr>
          <p:nvPr>
            <p:ph type="sldNum" sz="quarter" idx="18"/>
          </p:nvPr>
        </p:nvSpPr>
        <p:spPr>
          <a:xfrm>
            <a:off x="11292840" y="6274033"/>
            <a:ext cx="568917" cy="365760"/>
          </a:xfrm>
        </p:spPr>
        <p:txBody>
          <a:bodyPr/>
          <a:lstStyle/>
          <a:p>
            <a:fld id="{30E01EF2-1252-478C-BF10-16FD6F070424}" type="slidenum">
              <a:rPr lang="en-US" smtClean="0"/>
              <a:t>‹#›</a:t>
            </a:fld>
            <a:endParaRPr lang="en-US"/>
          </a:p>
        </p:txBody>
      </p:sp>
      <p:cxnSp>
        <p:nvCxnSpPr>
          <p:cNvPr id="3" name="Straight Connector 2">
            <a:extLst>
              <a:ext uri="{FF2B5EF4-FFF2-40B4-BE49-F238E27FC236}">
                <a16:creationId xmlns:a16="http://schemas.microsoft.com/office/drawing/2014/main" id="{ABDDCA5B-BBAB-ABCD-27B8-D3CD17FD04BC}"/>
              </a:ext>
            </a:extLst>
          </p:cNvPr>
          <p:cNvCxnSpPr>
            <a:cxnSpLocks/>
          </p:cNvCxnSpPr>
          <p:nvPr/>
        </p:nvCxnSpPr>
        <p:spPr>
          <a:xfrm flipH="1">
            <a:off x="394716" y="609519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654021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0934"/>
            <a:ext cx="3507418" cy="1398494"/>
          </a:xfrm>
        </p:spPr>
        <p:txBody>
          <a:bodyPr anchor="t">
            <a:normAutofit/>
          </a:bodyPr>
          <a:lstStyle>
            <a:lvl1pPr>
              <a:defRPr sz="28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932680"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451351" y="2680447"/>
            <a:ext cx="3357819" cy="3662083"/>
          </a:xfrm>
          <a:blipFill>
            <a:blip r:embed="rId2">
              <a:alphaModFix amt="60000"/>
            </a:blip>
            <a:stretch>
              <a:fillRect/>
            </a:stretch>
          </a:blipFill>
        </p:spPr>
        <p:txBody>
          <a:bodyPr/>
          <a:lstStyle>
            <a:lvl1pPr>
              <a:defRPr/>
            </a:lvl1pPr>
          </a:lstStyle>
          <a:p>
            <a:r>
              <a:rPr lang="en-US" dirty="0"/>
              <a:t>   </a:t>
            </a:r>
          </a:p>
        </p:txBody>
      </p:sp>
      <p:sp>
        <p:nvSpPr>
          <p:cNvPr id="10" name="Rectangle 9">
            <a:extLst>
              <a:ext uri="{FF2B5EF4-FFF2-40B4-BE49-F238E27FC236}">
                <a16:creationId xmlns:a16="http://schemas.microsoft.com/office/drawing/2014/main" id="{4606EA5C-4A14-95D3-20DF-1EEB607C889B}"/>
              </a:ext>
            </a:extLst>
          </p:cNvPr>
          <p:cNvSpPr/>
          <p:nvPr/>
        </p:nvSpPr>
        <p:spPr>
          <a:xfrm flipH="1">
            <a:off x="2171702" y="5847066"/>
            <a:ext cx="10020298" cy="1010934"/>
          </a:xfrm>
          <a:prstGeom prst="rect">
            <a:avLst/>
          </a:prstGeom>
          <a:gradFill>
            <a:gsLst>
              <a:gs pos="52000">
                <a:schemeClr val="bg2">
                  <a:alpha val="0"/>
                </a:schemeClr>
              </a:gs>
              <a:gs pos="76000">
                <a:schemeClr val="accent1">
                  <a:lumMod val="50000"/>
                  <a:alpha val="39000"/>
                </a:schemeClr>
              </a:gs>
              <a:gs pos="100000">
                <a:schemeClr val="accent5">
                  <a:alpha val="68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D05652D2-BF56-96CE-426B-26972C38434D}"/>
              </a:ext>
            </a:extLst>
          </p:cNvPr>
          <p:cNvSpPr/>
          <p:nvPr/>
        </p:nvSpPr>
        <p:spPr>
          <a:xfrm rot="16200000" flipH="1">
            <a:off x="7767364" y="2433362"/>
            <a:ext cx="4944033" cy="3905239"/>
          </a:xfrm>
          <a:prstGeom prst="rect">
            <a:avLst/>
          </a:prstGeom>
          <a:gradFill flip="none" rotWithShape="1">
            <a:gsLst>
              <a:gs pos="0">
                <a:schemeClr val="accent3">
                  <a:lumMod val="60000"/>
                  <a:lumOff val="40000"/>
                  <a:alpha val="40000"/>
                </a:schemeClr>
              </a:gs>
              <a:gs pos="32000">
                <a:schemeClr val="bg1">
                  <a:alpha val="0"/>
                </a:schemeClr>
              </a:gs>
            </a:gsLst>
            <a:lin ang="14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cxnSp>
        <p:nvCxnSpPr>
          <p:cNvPr id="12" name="Straight Connector 11">
            <a:extLst>
              <a:ext uri="{FF2B5EF4-FFF2-40B4-BE49-F238E27FC236}">
                <a16:creationId xmlns:a16="http://schemas.microsoft.com/office/drawing/2014/main" id="{2CA30D42-B5FE-EAD1-8419-4AD002C32B1F}"/>
              </a:ext>
            </a:extLst>
          </p:cNvPr>
          <p:cNvCxnSpPr>
            <a:cxnSpLocks/>
          </p:cNvCxnSpPr>
          <p:nvPr/>
        </p:nvCxnSpPr>
        <p:spPr>
          <a:xfrm>
            <a:off x="4426824" y="1075765"/>
            <a:ext cx="0" cy="4944035"/>
          </a:xfrm>
          <a:prstGeom prst="line">
            <a:avLst/>
          </a:prstGeom>
          <a:ln w="6350">
            <a:solidFill>
              <a:schemeClr val="bg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932679" y="1010932"/>
            <a:ext cx="6492240" cy="521208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7674778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1019811"/>
            <a:ext cx="3419380" cy="1856553"/>
          </a:xfrm>
        </p:spPr>
        <p:txBody>
          <a:bodyPr anchor="t">
            <a:normAutofit/>
          </a:bodyPr>
          <a:lstStyle>
            <a:lvl1pPr>
              <a:defRPr sz="2800">
                <a:solidFill>
                  <a:schemeClr val="tx1"/>
                </a:solidFill>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45602332-ECCE-37C9-0CA1-1743D107C8E3}"/>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7" name="Footer Placeholder 6">
            <a:extLst>
              <a:ext uri="{FF2B5EF4-FFF2-40B4-BE49-F238E27FC236}">
                <a16:creationId xmlns:a16="http://schemas.microsoft.com/office/drawing/2014/main" id="{CA8E192A-D6F1-1585-7133-0041C85402EF}"/>
              </a:ext>
            </a:extLst>
          </p:cNvPr>
          <p:cNvSpPr>
            <a:spLocks noGrp="1"/>
          </p:cNvSpPr>
          <p:nvPr>
            <p:ph type="ftr" sz="quarter" idx="15"/>
          </p:nvPr>
        </p:nvSpPr>
        <p:spPr>
          <a:xfrm>
            <a:off x="4478969" y="210114"/>
            <a:ext cx="2509284" cy="365760"/>
          </a:xfrm>
        </p:spPr>
        <p:txBody>
          <a:bodyPr/>
          <a:lstStyle/>
          <a:p>
            <a:endParaRPr lang="en-US"/>
          </a:p>
        </p:txBody>
      </p:sp>
      <p:sp>
        <p:nvSpPr>
          <p:cNvPr id="9" name="Slide Number Placeholder 8">
            <a:extLst>
              <a:ext uri="{FF2B5EF4-FFF2-40B4-BE49-F238E27FC236}">
                <a16:creationId xmlns:a16="http://schemas.microsoft.com/office/drawing/2014/main" id="{8437B541-595D-1700-6A76-9AF7590B1866}"/>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11" name="Picture Placeholder 10">
            <a:extLst>
              <a:ext uri="{FF2B5EF4-FFF2-40B4-BE49-F238E27FC236}">
                <a16:creationId xmlns:a16="http://schemas.microsoft.com/office/drawing/2014/main" id="{5F24C464-705C-DC78-DD20-9EFEB717ED27}"/>
              </a:ext>
            </a:extLst>
          </p:cNvPr>
          <p:cNvSpPr>
            <a:spLocks noGrp="1"/>
          </p:cNvSpPr>
          <p:nvPr>
            <p:ph type="pic" sz="quarter" idx="17" hasCustomPrompt="1"/>
          </p:nvPr>
        </p:nvSpPr>
        <p:spPr>
          <a:xfrm>
            <a:off x="382390" y="3045041"/>
            <a:ext cx="3338742" cy="3297489"/>
          </a:xfrm>
          <a:blipFill>
            <a:blip r:embed="rId2">
              <a:alphaModFix amt="6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C6F072A2-EBC7-B7EA-DA98-BAC0AA46E7A4}"/>
              </a:ext>
            </a:extLst>
          </p:cNvPr>
          <p:cNvSpPr>
            <a:spLocks noGrp="1"/>
          </p:cNvSpPr>
          <p:nvPr>
            <p:ph sz="quarter" idx="13"/>
          </p:nvPr>
        </p:nvSpPr>
        <p:spPr>
          <a:xfrm>
            <a:off x="4478968" y="1019810"/>
            <a:ext cx="7315200" cy="5577840"/>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2598584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6BF28860-8FEF-73E6-FEDF-176AC5D70A0F}"/>
              </a:ext>
            </a:extLst>
          </p:cNvPr>
          <p:cNvSpPr>
            <a:spLocks noGrp="1"/>
          </p:cNvSpPr>
          <p:nvPr>
            <p:ph type="title"/>
          </p:nvPr>
        </p:nvSpPr>
        <p:spPr>
          <a:xfrm>
            <a:off x="6476998" y="4907611"/>
            <a:ext cx="5320285" cy="1438873"/>
          </a:xfrm>
        </p:spPr>
        <p:txBody>
          <a:bodyPr anchor="t"/>
          <a:lstStyle>
            <a:lvl1pPr>
              <a:lnSpc>
                <a:spcPct val="100000"/>
              </a:lnSpc>
              <a:defRPr sz="2000">
                <a:solidFill>
                  <a:schemeClr val="tx1"/>
                </a:solidFill>
                <a:latin typeface="+mn-lt"/>
              </a:defRPr>
            </a:lvl1pPr>
          </a:lstStyle>
          <a:p>
            <a:r>
              <a:rPr lang="en-US"/>
              <a:t>Click to edit Master title style</a:t>
            </a:r>
            <a:endParaRPr lang="en-US" dirty="0"/>
          </a:p>
        </p:txBody>
      </p:sp>
      <p:sp>
        <p:nvSpPr>
          <p:cNvPr id="3" name="Date Placeholder 2">
            <a:extLst>
              <a:ext uri="{FF2B5EF4-FFF2-40B4-BE49-F238E27FC236}">
                <a16:creationId xmlns:a16="http://schemas.microsoft.com/office/drawing/2014/main" id="{86ADE8C0-7863-A0F4-9EFB-60B2F8DD221E}"/>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0AE20381-0150-ABDF-3C66-3E77DA79EEC4}"/>
              </a:ext>
            </a:extLst>
          </p:cNvPr>
          <p:cNvSpPr>
            <a:spLocks noGrp="1"/>
          </p:cNvSpPr>
          <p:nvPr>
            <p:ph type="ftr" sz="quarter" idx="15"/>
          </p:nvPr>
        </p:nvSpPr>
        <p:spPr/>
        <p:txBody>
          <a:bodyPr/>
          <a:lstStyle/>
          <a:p>
            <a:endParaRPr lang="en-US"/>
          </a:p>
        </p:txBody>
      </p:sp>
      <p:sp>
        <p:nvSpPr>
          <p:cNvPr id="5" name="Slide Number Placeholder 4">
            <a:extLst>
              <a:ext uri="{FF2B5EF4-FFF2-40B4-BE49-F238E27FC236}">
                <a16:creationId xmlns:a16="http://schemas.microsoft.com/office/drawing/2014/main" id="{33AD7FDD-1157-5BB4-4A9F-3F35CE7FF476}"/>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10" name="Content Placeholder 9">
            <a:extLst>
              <a:ext uri="{FF2B5EF4-FFF2-40B4-BE49-F238E27FC236}">
                <a16:creationId xmlns:a16="http://schemas.microsoft.com/office/drawing/2014/main" id="{5B446035-33B1-F0D9-18B1-58E177267E3A}"/>
              </a:ext>
            </a:extLst>
          </p:cNvPr>
          <p:cNvSpPr>
            <a:spLocks noGrp="1"/>
          </p:cNvSpPr>
          <p:nvPr>
            <p:ph sz="quarter" idx="17" hasCustomPrompt="1"/>
          </p:nvPr>
        </p:nvSpPr>
        <p:spPr>
          <a:xfrm>
            <a:off x="274638" y="766763"/>
            <a:ext cx="11320462" cy="3489325"/>
          </a:xfrm>
        </p:spPr>
        <p:txBody>
          <a:bodyPr/>
          <a:lstStyle>
            <a:lvl1pPr>
              <a:lnSpc>
                <a:spcPct val="85000"/>
              </a:lnSpc>
              <a:defRPr sz="24000">
                <a:gradFill>
                  <a:gsLst>
                    <a:gs pos="0">
                      <a:schemeClr val="accent6"/>
                    </a:gs>
                    <a:gs pos="46000">
                      <a:schemeClr val="accent1"/>
                    </a:gs>
                    <a:gs pos="100000">
                      <a:schemeClr val="accent3">
                        <a:lumMod val="60000"/>
                        <a:lumOff val="40000"/>
                      </a:schemeClr>
                    </a:gs>
                  </a:gsLst>
                  <a:lin ang="4200000" scaled="0"/>
                </a:gradFill>
                <a:latin typeface="+mj-lt"/>
              </a:defRPr>
            </a:lvl1pPr>
          </a:lstStyle>
          <a:p>
            <a:pPr lvl="0"/>
            <a:r>
              <a:rPr lang="en-US" dirty="0"/>
              <a:t>##%</a:t>
            </a:r>
          </a:p>
        </p:txBody>
      </p:sp>
      <p:cxnSp>
        <p:nvCxnSpPr>
          <p:cNvPr id="6" name="Straight Connector 5">
            <a:extLst>
              <a:ext uri="{FF2B5EF4-FFF2-40B4-BE49-F238E27FC236}">
                <a16:creationId xmlns:a16="http://schemas.microsoft.com/office/drawing/2014/main" id="{9F77A56B-CD68-22F4-F473-A2063E81D70D}"/>
              </a:ext>
            </a:extLst>
          </p:cNvPr>
          <p:cNvCxnSpPr>
            <a:cxnSpLocks/>
          </p:cNvCxnSpPr>
          <p:nvPr/>
        </p:nvCxnSpPr>
        <p:spPr>
          <a:xfrm flipH="1">
            <a:off x="394716" y="4662243"/>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58832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0BED7B15-76E6-E98E-A0BB-6188FC145CDD}"/>
              </a:ext>
            </a:extLst>
          </p:cNvPr>
          <p:cNvSpPr/>
          <p:nvPr/>
        </p:nvSpPr>
        <p:spPr>
          <a:xfrm rot="10800000" flipH="1">
            <a:off x="-1" y="0"/>
            <a:ext cx="12192002" cy="6858000"/>
          </a:xfrm>
          <a:prstGeom prst="rect">
            <a:avLst/>
          </a:prstGeom>
          <a:gradFill flip="none" rotWithShape="1">
            <a:gsLst>
              <a:gs pos="50000">
                <a:schemeClr val="accent3">
                  <a:lumMod val="60000"/>
                  <a:lumOff val="40000"/>
                  <a:alpha val="75000"/>
                </a:schemeClr>
              </a:gs>
              <a:gs pos="0">
                <a:schemeClr val="accent1">
                  <a:lumMod val="50000"/>
                </a:schemeClr>
              </a:gs>
              <a:gs pos="100000">
                <a:schemeClr val="accent4">
                  <a:lumMod val="50000"/>
                </a:schemeClr>
              </a:gs>
              <a:gs pos="85000">
                <a:schemeClr val="accent2">
                  <a:lumMod val="75000"/>
                </a:schemeClr>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A3602343-A974-BE4B-41E6-58237921FB4D}"/>
              </a:ext>
            </a:extLst>
          </p:cNvPr>
          <p:cNvSpPr/>
          <p:nvPr/>
        </p:nvSpPr>
        <p:spPr>
          <a:xfrm flipH="1">
            <a:off x="3683466" y="0"/>
            <a:ext cx="8508534" cy="6858000"/>
          </a:xfrm>
          <a:prstGeom prst="rect">
            <a:avLst/>
          </a:prstGeom>
          <a:gradFill flip="none" rotWithShape="1">
            <a:gsLst>
              <a:gs pos="6000">
                <a:schemeClr val="accent3">
                  <a:lumMod val="40000"/>
                  <a:lumOff val="60000"/>
                </a:schemeClr>
              </a:gs>
              <a:gs pos="73000">
                <a:schemeClr val="accent3">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51022E84-7D91-EFA0-CBCA-F9AC98E6181F}"/>
              </a:ext>
            </a:extLst>
          </p:cNvPr>
          <p:cNvSpPr/>
          <p:nvPr/>
        </p:nvSpPr>
        <p:spPr>
          <a:xfrm rot="5400000">
            <a:off x="1670408" y="-1670408"/>
            <a:ext cx="7492544" cy="10833360"/>
          </a:xfrm>
          <a:prstGeom prst="rect">
            <a:avLst/>
          </a:prstGeom>
          <a:gradFill flip="none" rotWithShape="1">
            <a:gsLst>
              <a:gs pos="58000">
                <a:schemeClr val="accent2">
                  <a:alpha val="0"/>
                </a:schemeClr>
              </a:gs>
              <a:gs pos="98000">
                <a:schemeClr val="accent6">
                  <a:lumMod val="75000"/>
                </a:schemeClr>
              </a:gs>
            </a:gsLst>
            <a:lin ang="96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67344"/>
          </a:xfrm>
        </p:spPr>
        <p:txBody>
          <a:bodyPr/>
          <a:lstStyle/>
          <a:p>
            <a:r>
              <a:rPr lang="en-US"/>
              <a:t>Click to edit Master title style</a:t>
            </a:r>
          </a:p>
        </p:txBody>
      </p:sp>
      <p:sp>
        <p:nvSpPr>
          <p:cNvPr id="3" name="Rectangle 2">
            <a:extLst>
              <a:ext uri="{FF2B5EF4-FFF2-40B4-BE49-F238E27FC236}">
                <a16:creationId xmlns:a16="http://schemas.microsoft.com/office/drawing/2014/main" id="{67DA0DC0-3518-750A-3821-192C03B2D059}"/>
              </a:ext>
            </a:extLst>
          </p:cNvPr>
          <p:cNvSpPr/>
          <p:nvPr/>
        </p:nvSpPr>
        <p:spPr>
          <a:xfrm rot="10800000">
            <a:off x="5031742" y="-20336"/>
            <a:ext cx="7160258" cy="6878336"/>
          </a:xfrm>
          <a:prstGeom prst="rect">
            <a:avLst/>
          </a:prstGeom>
          <a:gradFill>
            <a:gsLst>
              <a:gs pos="30000">
                <a:schemeClr val="accent4">
                  <a:lumMod val="60000"/>
                  <a:lumOff val="40000"/>
                  <a:alpha val="0"/>
                </a:schemeClr>
              </a:gs>
              <a:gs pos="89000">
                <a:schemeClr val="bg2"/>
              </a:gs>
            </a:gsLst>
            <a:lin ang="96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B5B402F4-533A-849C-ACAD-039056A5D174}"/>
              </a:ext>
            </a:extLst>
          </p:cNvPr>
          <p:cNvSpPr/>
          <p:nvPr/>
        </p:nvSpPr>
        <p:spPr>
          <a:xfrm flipH="1">
            <a:off x="8961" y="2704579"/>
            <a:ext cx="12183038" cy="4153421"/>
          </a:xfrm>
          <a:prstGeom prst="rect">
            <a:avLst/>
          </a:prstGeom>
          <a:gradFill flip="none" rotWithShape="1">
            <a:gsLst>
              <a:gs pos="20000">
                <a:schemeClr val="accent1">
                  <a:alpha val="0"/>
                </a:schemeClr>
              </a:gs>
              <a:gs pos="68000">
                <a:schemeClr val="bg2">
                  <a:alpha val="67000"/>
                </a:schemeClr>
              </a:gs>
              <a:gs pos="90000">
                <a:schemeClr val="bg2"/>
              </a:gs>
            </a:gsLst>
            <a:lin ang="48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6" name="Date Placeholder 5">
            <a:extLst>
              <a:ext uri="{FF2B5EF4-FFF2-40B4-BE49-F238E27FC236}">
                <a16:creationId xmlns:a16="http://schemas.microsoft.com/office/drawing/2014/main" id="{E9E12D21-0607-5120-F81C-6E1DA0652CFB}"/>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8" name="Footer Placeholder 7">
            <a:extLst>
              <a:ext uri="{FF2B5EF4-FFF2-40B4-BE49-F238E27FC236}">
                <a16:creationId xmlns:a16="http://schemas.microsoft.com/office/drawing/2014/main" id="{E0E9E314-CB58-F3CE-7C32-D6103621A2D5}"/>
              </a:ext>
            </a:extLst>
          </p:cNvPr>
          <p:cNvSpPr>
            <a:spLocks noGrp="1"/>
          </p:cNvSpPr>
          <p:nvPr>
            <p:ph type="ftr" sz="quarter" idx="15"/>
          </p:nvPr>
        </p:nvSpPr>
        <p:spPr/>
        <p:txBody>
          <a:bodyPr/>
          <a:lstStyle/>
          <a:p>
            <a:endParaRPr lang="en-US"/>
          </a:p>
        </p:txBody>
      </p:sp>
      <p:sp>
        <p:nvSpPr>
          <p:cNvPr id="9" name="Slide Number Placeholder 8">
            <a:extLst>
              <a:ext uri="{FF2B5EF4-FFF2-40B4-BE49-F238E27FC236}">
                <a16:creationId xmlns:a16="http://schemas.microsoft.com/office/drawing/2014/main" id="{20A1B35F-4D88-6EA9-8D55-4133CD961AF1}"/>
              </a:ext>
            </a:extLst>
          </p:cNvPr>
          <p:cNvSpPr>
            <a:spLocks noGrp="1"/>
          </p:cNvSpPr>
          <p:nvPr>
            <p:ph type="sldNum" sz="quarter" idx="16"/>
          </p:nvPr>
        </p:nvSpPr>
        <p:spPr/>
        <p:txBody>
          <a:bodyPr/>
          <a:lstStyle/>
          <a:p>
            <a:fld id="{30E01EF2-1252-478C-BF10-16FD6F070424}" type="slidenum">
              <a:rPr lang="en-US" smtClean="0"/>
              <a:t>‹#›</a:t>
            </a:fld>
            <a:endParaRPr lang="en-US"/>
          </a:p>
        </p:txBody>
      </p:sp>
      <p:sp>
        <p:nvSpPr>
          <p:cNvPr id="10" name="Content Placeholder 9">
            <a:extLst>
              <a:ext uri="{FF2B5EF4-FFF2-40B4-BE49-F238E27FC236}">
                <a16:creationId xmlns:a16="http://schemas.microsoft.com/office/drawing/2014/main" id="{88124DA4-1249-371C-65BA-0AAC0239D4C1}"/>
              </a:ext>
            </a:extLst>
          </p:cNvPr>
          <p:cNvSpPr>
            <a:spLocks noGrp="1"/>
          </p:cNvSpPr>
          <p:nvPr>
            <p:ph sz="quarter" idx="17" hasCustomPrompt="1"/>
          </p:nvPr>
        </p:nvSpPr>
        <p:spPr>
          <a:xfrm>
            <a:off x="274320" y="2704946"/>
            <a:ext cx="9801225" cy="3538538"/>
          </a:xfrm>
        </p:spPr>
        <p:txBody>
          <a:bodyPr anchor="b"/>
          <a:lstStyle>
            <a:lvl1pPr>
              <a:lnSpc>
                <a:spcPct val="100000"/>
              </a:lnSpc>
              <a:defRPr sz="5400"/>
            </a:lvl1pPr>
            <a:lvl2pPr>
              <a:lnSpc>
                <a:spcPct val="100000"/>
              </a:lnSpc>
              <a:defRPr sz="4800"/>
            </a:lvl2pPr>
            <a:lvl3pPr>
              <a:lnSpc>
                <a:spcPct val="100000"/>
              </a:lnSpc>
              <a:defRPr sz="4400"/>
            </a:lvl3pPr>
            <a:lvl4pPr>
              <a:lnSpc>
                <a:spcPct val="100000"/>
              </a:lnSpc>
              <a:defRPr sz="4000"/>
            </a:lvl4pPr>
            <a:lvl5pPr>
              <a:lnSpc>
                <a:spcPct val="100000"/>
              </a:lnSpc>
              <a:defRPr sz="360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8380763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5008CFE4-4AC8-17F9-C6E2-22D96CF81069}"/>
              </a:ext>
            </a:extLst>
          </p:cNvPr>
          <p:cNvSpPr/>
          <p:nvPr/>
        </p:nvSpPr>
        <p:spPr>
          <a:xfrm>
            <a:off x="0" y="0"/>
            <a:ext cx="12192000" cy="68580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8" name="Rectangle 7">
            <a:extLst>
              <a:ext uri="{FF2B5EF4-FFF2-40B4-BE49-F238E27FC236}">
                <a16:creationId xmlns:a16="http://schemas.microsoft.com/office/drawing/2014/main" id="{8B774BFB-EECC-C995-E701-4CCEB032FCDB}"/>
              </a:ext>
              <a:ext uri="{C183D7F6-B498-43B3-948B-1728B52AA6E4}">
                <adec:decorative xmlns:adec="http://schemas.microsoft.com/office/drawing/2017/decorative" val="1"/>
              </a:ext>
            </a:extLst>
          </p:cNvPr>
          <p:cNvSpPr/>
          <p:nvPr/>
        </p:nvSpPr>
        <p:spPr>
          <a:xfrm>
            <a:off x="0" y="3861412"/>
            <a:ext cx="12192000" cy="3010777"/>
          </a:xfrm>
          <a:prstGeom prst="rect">
            <a:avLst/>
          </a:prstGeom>
          <a:gradFill flip="none" rotWithShape="1">
            <a:gsLst>
              <a:gs pos="0">
                <a:schemeClr val="accent3">
                  <a:lumMod val="60000"/>
                  <a:lumOff val="40000"/>
                  <a:alpha val="70000"/>
                </a:schemeClr>
              </a:gs>
              <a:gs pos="50000">
                <a:schemeClr val="bg2">
                  <a:alpha val="0"/>
                </a:schemeClr>
              </a:gs>
            </a:gsLst>
            <a:lin ang="17160000" scaled="0"/>
            <a:tileRect/>
          </a:gra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r"/>
            <a:endParaRPr lang="en-US">
              <a:solidFill>
                <a:schemeClr val="tx1"/>
              </a:solidFill>
            </a:endParaRPr>
          </a:p>
        </p:txBody>
      </p:sp>
      <p:sp>
        <p:nvSpPr>
          <p:cNvPr id="9" name="Rectangle 8">
            <a:extLst>
              <a:ext uri="{FF2B5EF4-FFF2-40B4-BE49-F238E27FC236}">
                <a16:creationId xmlns:a16="http://schemas.microsoft.com/office/drawing/2014/main" id="{CD2E260E-763F-A06B-2808-39975829F205}"/>
              </a:ext>
            </a:extLst>
          </p:cNvPr>
          <p:cNvSpPr/>
          <p:nvPr/>
        </p:nvSpPr>
        <p:spPr>
          <a:xfrm rot="5400000" flipH="1">
            <a:off x="2667005" y="-2666996"/>
            <a:ext cx="6857996" cy="12191993"/>
          </a:xfrm>
          <a:prstGeom prst="rect">
            <a:avLst/>
          </a:prstGeom>
          <a:gradFill>
            <a:gsLst>
              <a:gs pos="0">
                <a:schemeClr val="bg1"/>
              </a:gs>
              <a:gs pos="100000">
                <a:schemeClr val="accent1">
                  <a:lumMod val="75000"/>
                  <a:alpha val="0"/>
                </a:schemeClr>
              </a:gs>
            </a:gsLst>
            <a:lin ang="4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10" name="Rectangle 9">
            <a:extLst>
              <a:ext uri="{FF2B5EF4-FFF2-40B4-BE49-F238E27FC236}">
                <a16:creationId xmlns:a16="http://schemas.microsoft.com/office/drawing/2014/main" id="{8E82642F-D94D-7313-EB9D-48E3CBEDD19C}"/>
              </a:ext>
            </a:extLst>
          </p:cNvPr>
          <p:cNvSpPr/>
          <p:nvPr/>
        </p:nvSpPr>
        <p:spPr>
          <a:xfrm rot="16200000" flipH="1">
            <a:off x="4381500" y="-4373435"/>
            <a:ext cx="3429000" cy="12175870"/>
          </a:xfrm>
          <a:prstGeom prst="rect">
            <a:avLst/>
          </a:prstGeom>
          <a:gradFill flip="none" rotWithShape="1">
            <a:gsLst>
              <a:gs pos="0">
                <a:schemeClr val="accent2"/>
              </a:gs>
              <a:gs pos="36000">
                <a:schemeClr val="accent6">
                  <a:alpha val="0"/>
                </a:schemeClr>
              </a:gs>
            </a:gsLst>
            <a:lin ang="21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Aptos" panose="02110004020202020204"/>
              <a:ea typeface="+mn-ea"/>
              <a:cs typeface="+mn-cs"/>
            </a:endParaRPr>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866900" y="4967784"/>
            <a:ext cx="8484108" cy="1052015"/>
          </a:xfrm>
        </p:spPr>
        <p:txBody>
          <a:bodyPr anchor="ctr">
            <a:normAutofit/>
          </a:bodyPr>
          <a:lstStyle>
            <a:lvl1pPr marL="137160" indent="-137160">
              <a:lnSpc>
                <a:spcPct val="100000"/>
              </a:lnSpc>
              <a:defRPr sz="2000">
                <a:solidFill>
                  <a:schemeClr val="tx1"/>
                </a:solidFill>
              </a:defRPr>
            </a:lvl1pPr>
          </a:lstStyle>
          <a:p>
            <a:r>
              <a:rPr lang="en-US"/>
              <a:t>Quote Author</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1"/>
                </a:solidFill>
              </a:defRPr>
            </a:lvl1p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1"/>
                </a:solidFill>
              </a:defRPr>
            </a:lvl1pPr>
          </a:lstStyle>
          <a:p>
            <a:endParaRPr lang="en-US"/>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1"/>
                </a:solidFill>
              </a:defRPr>
            </a:lvl1pPr>
          </a:lstStyle>
          <a:p>
            <a:fld id="{30E01EF2-1252-478C-BF10-16FD6F070424}" type="slidenum">
              <a:rPr lang="en-US" smtClean="0"/>
              <a:t>‹#›</a:t>
            </a:fld>
            <a:endParaRPr lang="en-US"/>
          </a:p>
        </p:txBody>
      </p:sp>
      <p:sp>
        <p:nvSpPr>
          <p:cNvPr id="7" name="Content Placeholder 6">
            <a:extLst>
              <a:ext uri="{FF2B5EF4-FFF2-40B4-BE49-F238E27FC236}">
                <a16:creationId xmlns:a16="http://schemas.microsoft.com/office/drawing/2014/main" id="{E5FAB025-061F-4B04-451A-37E42755863E}"/>
              </a:ext>
            </a:extLst>
          </p:cNvPr>
          <p:cNvSpPr>
            <a:spLocks noGrp="1"/>
          </p:cNvSpPr>
          <p:nvPr>
            <p:ph sz="quarter" idx="13" hasCustomPrompt="1"/>
          </p:nvPr>
        </p:nvSpPr>
        <p:spPr>
          <a:xfrm>
            <a:off x="1866900" y="1405719"/>
            <a:ext cx="8484108" cy="3087622"/>
          </a:xfrm>
        </p:spPr>
        <p:txBody>
          <a:bodyPr vert="horz" lIns="91440" tIns="45720" rIns="91440" bIns="45720" rtlCol="0" anchor="ctr">
            <a:noAutofit/>
          </a:bodyPr>
          <a:lstStyle>
            <a:lvl1pPr marL="0" indent="0">
              <a:lnSpc>
                <a:spcPct val="100000"/>
              </a:lnSpc>
              <a:buNone/>
              <a:defRPr lang="en-US" sz="4000" b="0" dirty="0">
                <a:solidFill>
                  <a:schemeClr val="tx1"/>
                </a:solidFill>
              </a:defRPr>
            </a:lvl1pPr>
            <a:lvl2pPr marL="228600" indent="0">
              <a:lnSpc>
                <a:spcPct val="100000"/>
              </a:lnSpc>
              <a:buNone/>
              <a:defRPr lang="en-US" sz="4000" b="0" dirty="0">
                <a:solidFill>
                  <a:schemeClr val="tx1"/>
                </a:solidFill>
              </a:defRPr>
            </a:lvl2pPr>
            <a:lvl3pPr marL="457200" indent="0">
              <a:lnSpc>
                <a:spcPct val="100000"/>
              </a:lnSpc>
              <a:buNone/>
              <a:defRPr lang="en-US" sz="4000" b="0" dirty="0">
                <a:solidFill>
                  <a:schemeClr val="tx1"/>
                </a:solidFill>
              </a:defRPr>
            </a:lvl3pPr>
            <a:lvl4pPr marL="685800" indent="0">
              <a:lnSpc>
                <a:spcPct val="100000"/>
              </a:lnSpc>
              <a:buNone/>
              <a:defRPr lang="en-US" sz="4000" b="0" dirty="0">
                <a:solidFill>
                  <a:schemeClr val="tx1"/>
                </a:solidFill>
              </a:defRPr>
            </a:lvl4pPr>
            <a:lvl5pPr marL="914400" indent="0">
              <a:lnSpc>
                <a:spcPct val="100000"/>
              </a:lnSpc>
              <a:buNone/>
              <a:defRPr lang="en-US" sz="3600" b="0" dirty="0">
                <a:solidFill>
                  <a:schemeClr val="tx1"/>
                </a:solidFill>
              </a:defRPr>
            </a:lvl5pPr>
          </a:lstStyle>
          <a:p>
            <a:pPr lvl="0"/>
            <a:r>
              <a:rPr lang="en-US" dirty="0"/>
              <a:t>Click to add Quote</a:t>
            </a:r>
          </a:p>
          <a:p>
            <a:pPr lvl="1"/>
            <a:r>
              <a:rPr lang="en-US" dirty="0"/>
              <a:t>Second level</a:t>
            </a:r>
          </a:p>
          <a:p>
            <a:pPr lvl="2"/>
            <a:r>
              <a:rPr lang="en-US" dirty="0"/>
              <a:t>Third level</a:t>
            </a:r>
          </a:p>
          <a:p>
            <a:pPr lvl="3"/>
            <a:r>
              <a:rPr lang="en-US" dirty="0"/>
              <a:t>Fourth level</a:t>
            </a:r>
          </a:p>
          <a:p>
            <a:pPr lvl="4"/>
            <a:r>
              <a:rPr lang="en-US" dirty="0"/>
              <a:t>Fifth level</a:t>
            </a:r>
          </a:p>
        </p:txBody>
      </p:sp>
      <p:cxnSp>
        <p:nvCxnSpPr>
          <p:cNvPr id="6" name="Straight Connector 5">
            <a:extLst>
              <a:ext uri="{FF2B5EF4-FFF2-40B4-BE49-F238E27FC236}">
                <a16:creationId xmlns:a16="http://schemas.microsoft.com/office/drawing/2014/main" id="{8D1ECC83-D6FA-D54B-81F2-EE93577E016F}"/>
              </a:ext>
            </a:extLst>
          </p:cNvPr>
          <p:cNvCxnSpPr>
            <a:cxnSpLocks/>
          </p:cNvCxnSpPr>
          <p:nvPr/>
        </p:nvCxnSpPr>
        <p:spPr>
          <a:xfrm flipH="1">
            <a:off x="2077285" y="4810814"/>
            <a:ext cx="8273723" cy="0"/>
          </a:xfrm>
          <a:prstGeom prst="line">
            <a:avLst/>
          </a:prstGeom>
          <a:ln w="6350">
            <a:solidFill>
              <a:schemeClr val="tx1">
                <a:lumMod val="75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5241325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clus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7012885" cy="1381432"/>
          </a:xfrm>
        </p:spPr>
        <p:txBody>
          <a:bodyPr anchor="t">
            <a:noAutofit/>
          </a:bodyPr>
          <a:lstStyle>
            <a:lvl1pPr>
              <a:defRPr sz="4400">
                <a:solidFill>
                  <a:schemeClr val="tx1"/>
                </a:solidFill>
              </a:defRPr>
            </a:lvl1pPr>
          </a:lstStyle>
          <a:p>
            <a:r>
              <a:rPr lang="en-US"/>
              <a:t>Click to edit Master title style</a:t>
            </a:r>
          </a:p>
        </p:txBody>
      </p:sp>
      <p:sp>
        <p:nvSpPr>
          <p:cNvPr id="4" name="Date Placeholder 3">
            <a:extLst>
              <a:ext uri="{FF2B5EF4-FFF2-40B4-BE49-F238E27FC236}">
                <a16:creationId xmlns:a16="http://schemas.microsoft.com/office/drawing/2014/main" id="{5C52CF0D-DCF6-2401-8AD6-ED12BCF0D0F7}"/>
              </a:ext>
            </a:extLst>
          </p:cNvPr>
          <p:cNvSpPr>
            <a:spLocks noGrp="1"/>
          </p:cNvSpPr>
          <p:nvPr>
            <p:ph type="dt" sz="half" idx="14"/>
          </p:nvPr>
        </p:nvSpPr>
        <p:spPr/>
        <p:txBody>
          <a:bodyPr/>
          <a:lstStyle/>
          <a:p>
            <a:fld id="{DB6448ED-F621-4298-BC60-9F0F1F20CBA5}" type="datetimeFigureOut">
              <a:rPr lang="en-US" smtClean="0"/>
              <a:t>10/16/2026</a:t>
            </a:fld>
            <a:endParaRPr lang="en-US"/>
          </a:p>
        </p:txBody>
      </p:sp>
      <p:sp>
        <p:nvSpPr>
          <p:cNvPr id="5" name="Footer Placeholder 4">
            <a:extLst>
              <a:ext uri="{FF2B5EF4-FFF2-40B4-BE49-F238E27FC236}">
                <a16:creationId xmlns:a16="http://schemas.microsoft.com/office/drawing/2014/main" id="{A67F5585-231E-4B46-143C-086AE5C56D2F}"/>
              </a:ext>
            </a:extLst>
          </p:cNvPr>
          <p:cNvSpPr>
            <a:spLocks noGrp="1"/>
          </p:cNvSpPr>
          <p:nvPr>
            <p:ph type="ftr" sz="quarter" idx="15"/>
          </p:nvPr>
        </p:nvSpPr>
        <p:spPr/>
        <p:txBody>
          <a:bodyPr/>
          <a:lstStyle/>
          <a:p>
            <a:endParaRPr lang="en-US"/>
          </a:p>
        </p:txBody>
      </p:sp>
      <p:sp>
        <p:nvSpPr>
          <p:cNvPr id="6" name="Slide Number Placeholder 5">
            <a:extLst>
              <a:ext uri="{FF2B5EF4-FFF2-40B4-BE49-F238E27FC236}">
                <a16:creationId xmlns:a16="http://schemas.microsoft.com/office/drawing/2014/main" id="{90CE8D9E-59BD-DBC5-F43C-8A6A21AE2F10}"/>
              </a:ext>
            </a:extLst>
          </p:cNvPr>
          <p:cNvSpPr>
            <a:spLocks noGrp="1"/>
          </p:cNvSpPr>
          <p:nvPr>
            <p:ph type="sldNum" sz="quarter" idx="16"/>
          </p:nvPr>
        </p:nvSpPr>
        <p:spPr/>
        <p:txBody>
          <a:bodyPr/>
          <a:lstStyle/>
          <a:p>
            <a:fld id="{30E01EF2-1252-478C-BF10-16FD6F070424}" type="slidenum">
              <a:rPr lang="en-US" smtClean="0"/>
              <a:t>‹#›</a:t>
            </a:fld>
            <a:endParaRPr lang="en-US"/>
          </a:p>
        </p:txBody>
      </p:sp>
      <p:cxnSp>
        <p:nvCxnSpPr>
          <p:cNvPr id="3" name="Straight Connector 2">
            <a:extLst>
              <a:ext uri="{FF2B5EF4-FFF2-40B4-BE49-F238E27FC236}">
                <a16:creationId xmlns:a16="http://schemas.microsoft.com/office/drawing/2014/main" id="{9ABA73FC-7BD1-70E0-E0BB-062C0B9E495C}"/>
              </a:ext>
            </a:extLst>
          </p:cNvPr>
          <p:cNvCxnSpPr>
            <a:cxnSpLocks/>
          </p:cNvCxnSpPr>
          <p:nvPr/>
        </p:nvCxnSpPr>
        <p:spPr>
          <a:xfrm flipH="1">
            <a:off x="394716" y="303297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7" name="Rectangle 6">
            <a:extLst>
              <a:ext uri="{FF2B5EF4-FFF2-40B4-BE49-F238E27FC236}">
                <a16:creationId xmlns:a16="http://schemas.microsoft.com/office/drawing/2014/main" id="{DE12F779-E4E9-1000-6D97-63D7AD0CD426}"/>
              </a:ext>
            </a:extLst>
          </p:cNvPr>
          <p:cNvSpPr/>
          <p:nvPr/>
        </p:nvSpPr>
        <p:spPr>
          <a:xfrm rot="5400000" flipH="1">
            <a:off x="4765041" y="-568961"/>
            <a:ext cx="2661919" cy="12192002"/>
          </a:xfrm>
          <a:prstGeom prst="rect">
            <a:avLst/>
          </a:prstGeom>
          <a:gradFill>
            <a:gsLst>
              <a:gs pos="51000">
                <a:schemeClr val="bg2">
                  <a:alpha val="0"/>
                </a:schemeClr>
              </a:gs>
              <a:gs pos="98276">
                <a:schemeClr val="tx2"/>
              </a:gs>
              <a:gs pos="85000">
                <a:schemeClr val="accent1">
                  <a:alpha val="8500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B11177CF-A7A2-912C-416D-E7E03D2C5291}"/>
              </a:ext>
            </a:extLst>
          </p:cNvPr>
          <p:cNvSpPr/>
          <p:nvPr/>
        </p:nvSpPr>
        <p:spPr>
          <a:xfrm rot="5400000" flipH="1">
            <a:off x="4516120" y="-817882"/>
            <a:ext cx="3159760" cy="12192003"/>
          </a:xfrm>
          <a:prstGeom prst="rect">
            <a:avLst/>
          </a:prstGeom>
          <a:gradFill>
            <a:gsLst>
              <a:gs pos="62000">
                <a:schemeClr val="bg2">
                  <a:alpha val="0"/>
                </a:schemeClr>
              </a:gs>
              <a:gs pos="98276">
                <a:schemeClr val="accent5"/>
              </a:gs>
              <a:gs pos="88000">
                <a:schemeClr val="accent3">
                  <a:alpha val="49000"/>
                </a:schemeClr>
              </a:gs>
            </a:gsLst>
            <a:lin ang="1038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503230" y="3429000"/>
            <a:ext cx="11171699" cy="2465612"/>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20073189"/>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clusion 2">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7A3CA1D0-5ABF-E529-5411-F834222E48FC}"/>
              </a:ext>
            </a:extLst>
          </p:cNvPr>
          <p:cNvSpPr/>
          <p:nvPr/>
        </p:nvSpPr>
        <p:spPr>
          <a:xfrm rot="5400000">
            <a:off x="5020923" y="-2430130"/>
            <a:ext cx="1825034" cy="11866880"/>
          </a:xfrm>
          <a:prstGeom prst="rect">
            <a:avLst/>
          </a:prstGeom>
          <a:gradFill>
            <a:gsLst>
              <a:gs pos="41000">
                <a:schemeClr val="bg1">
                  <a:alpha val="0"/>
                </a:schemeClr>
              </a:gs>
              <a:gs pos="85612">
                <a:schemeClr val="accent4">
                  <a:alpha val="78000"/>
                </a:schemeClr>
              </a:gs>
              <a:gs pos="100000">
                <a:schemeClr val="accent6"/>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a:extLst>
              <a:ext uri="{FF2B5EF4-FFF2-40B4-BE49-F238E27FC236}">
                <a16:creationId xmlns:a16="http://schemas.microsoft.com/office/drawing/2014/main" id="{740F5D87-BF9C-3DAE-D977-87A4FA7749F4}"/>
              </a:ext>
            </a:extLst>
          </p:cNvPr>
          <p:cNvSpPr/>
          <p:nvPr/>
        </p:nvSpPr>
        <p:spPr>
          <a:xfrm rot="10800000" flipH="1">
            <a:off x="0" y="2590790"/>
            <a:ext cx="12192000" cy="1825033"/>
          </a:xfrm>
          <a:prstGeom prst="rect">
            <a:avLst/>
          </a:prstGeom>
          <a:gradFill>
            <a:gsLst>
              <a:gs pos="68000">
                <a:schemeClr val="bg2">
                  <a:alpha val="0"/>
                </a:schemeClr>
              </a:gs>
              <a:gs pos="98851">
                <a:schemeClr val="accent5">
                  <a:lumMod val="60000"/>
                  <a:lumOff val="40000"/>
                </a:schemeClr>
              </a:gs>
              <a:gs pos="89000">
                <a:schemeClr val="accent3">
                  <a:lumMod val="60000"/>
                  <a:lumOff val="40000"/>
                  <a:alpha val="35000"/>
                </a:schemeClr>
              </a:gs>
            </a:gsLst>
            <a:lin ang="51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01752" y="762000"/>
            <a:ext cx="6095999" cy="1454506"/>
          </a:xfrm>
        </p:spPr>
        <p:txBody>
          <a:bodyPr anchor="t">
            <a:normAutofit/>
          </a:bodyPr>
          <a:lstStyle>
            <a:lvl1pPr>
              <a:defRPr sz="5400">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7CAECC89-C65D-CAD6-3F7F-24F67D81DCF1}"/>
              </a:ext>
            </a:extLst>
          </p:cNvPr>
          <p:cNvSpPr>
            <a:spLocks noGrp="1"/>
          </p:cNvSpPr>
          <p:nvPr>
            <p:ph type="dt" sz="half" idx="15"/>
          </p:nvPr>
        </p:nvSpPr>
        <p:spPr/>
        <p:txBody>
          <a:bodyPr/>
          <a:lstStyle/>
          <a:p>
            <a:fld id="{DB6448ED-F621-4298-BC60-9F0F1F20CBA5}" type="datetimeFigureOut">
              <a:rPr lang="en-US" smtClean="0"/>
              <a:t>10/16/2026</a:t>
            </a:fld>
            <a:endParaRPr lang="en-US"/>
          </a:p>
        </p:txBody>
      </p:sp>
      <p:sp>
        <p:nvSpPr>
          <p:cNvPr id="8" name="Footer Placeholder 7">
            <a:extLst>
              <a:ext uri="{FF2B5EF4-FFF2-40B4-BE49-F238E27FC236}">
                <a16:creationId xmlns:a16="http://schemas.microsoft.com/office/drawing/2014/main" id="{F664FAF8-D2CD-617D-EEE4-AFE7E979984A}"/>
              </a:ext>
            </a:extLst>
          </p:cNvPr>
          <p:cNvSpPr>
            <a:spLocks noGrp="1"/>
          </p:cNvSpPr>
          <p:nvPr>
            <p:ph type="ftr" sz="quarter" idx="16"/>
          </p:nvPr>
        </p:nvSpPr>
        <p:spPr/>
        <p:txBody>
          <a:bodyPr/>
          <a:lstStyle/>
          <a:p>
            <a:endParaRPr lang="en-US"/>
          </a:p>
        </p:txBody>
      </p:sp>
      <p:sp>
        <p:nvSpPr>
          <p:cNvPr id="9" name="Slide Number Placeholder 8">
            <a:extLst>
              <a:ext uri="{FF2B5EF4-FFF2-40B4-BE49-F238E27FC236}">
                <a16:creationId xmlns:a16="http://schemas.microsoft.com/office/drawing/2014/main" id="{B0DB779D-8A81-935C-F850-6C0DCAD5E6D1}"/>
              </a:ext>
            </a:extLst>
          </p:cNvPr>
          <p:cNvSpPr>
            <a:spLocks noGrp="1"/>
          </p:cNvSpPr>
          <p:nvPr>
            <p:ph type="sldNum" sz="quarter" idx="17"/>
          </p:nvPr>
        </p:nvSpPr>
        <p:spPr/>
        <p:txBody>
          <a:bodyPr/>
          <a:lstStyle/>
          <a:p>
            <a:fld id="{30E01EF2-1252-478C-BF10-16FD6F070424}" type="slidenum">
              <a:rPr lang="en-US" smtClean="0"/>
              <a:t>‹#›</a:t>
            </a:fld>
            <a:endParaRPr lang="en-US"/>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7620000" y="3337560"/>
            <a:ext cx="3595171" cy="2828581"/>
          </a:xfrm>
        </p:spPr>
        <p:txBody>
          <a:bodyPr vert="horz" lIns="91440" tIns="45720" rIns="91440" bIns="45720" rtlCol="0">
            <a:normAutofit/>
          </a:bodyPr>
          <a:lstStyle>
            <a:lvl1pPr marL="0" indent="0">
              <a:buNone/>
              <a:defRPr lang="en-US" sz="1800" dirty="0"/>
            </a:lvl1pPr>
            <a:lvl2pPr marL="228600" indent="0">
              <a:buNone/>
              <a:defRPr lang="en-US" sz="1400" dirty="0"/>
            </a:lvl2pPr>
            <a:lvl3pPr marL="457200" indent="0">
              <a:buNone/>
              <a:defRPr lang="en-US" sz="1200" dirty="0"/>
            </a:lvl3pPr>
            <a:lvl4pPr marL="685800" indent="0">
              <a:buNone/>
              <a:defRPr lang="en-US" sz="1100" dirty="0"/>
            </a:lvl4pPr>
            <a:lvl5pPr marL="914400" indent="0">
              <a:buNone/>
              <a:defRPr lang="en-US" sz="105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4573903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01752" y="731520"/>
            <a:ext cx="10858500" cy="692389"/>
          </a:xfrm>
        </p:spPr>
        <p:txBody>
          <a:bodyPr/>
          <a:lstStyle>
            <a:lvl1pPr>
              <a:defRPr>
                <a:solidFill>
                  <a:schemeClr val="tx1"/>
                </a:solidFill>
              </a:defRPr>
            </a:lvl1pPr>
          </a:lstStyle>
          <a:p>
            <a:r>
              <a:rPr lang="en-US"/>
              <a:t>Click to edit Master title style</a:t>
            </a:r>
          </a:p>
        </p:txBody>
      </p:sp>
      <p:sp>
        <p:nvSpPr>
          <p:cNvPr id="3" name="Date Placeholder 2">
            <a:extLst>
              <a:ext uri="{FF2B5EF4-FFF2-40B4-BE49-F238E27FC236}">
                <a16:creationId xmlns:a16="http://schemas.microsoft.com/office/drawing/2014/main" id="{EC2184DE-1D38-B3AE-D560-557B3726B547}"/>
              </a:ext>
            </a:extLst>
          </p:cNvPr>
          <p:cNvSpPr>
            <a:spLocks noGrp="1"/>
          </p:cNvSpPr>
          <p:nvPr>
            <p:ph type="dt" sz="half" idx="15"/>
          </p:nvPr>
        </p:nvSpPr>
        <p:spPr/>
        <p:txBody>
          <a:body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392A082C-5D4A-4A20-87E3-9906B5F3BAF4}"/>
              </a:ext>
            </a:extLst>
          </p:cNvPr>
          <p:cNvSpPr>
            <a:spLocks noGrp="1"/>
          </p:cNvSpPr>
          <p:nvPr>
            <p:ph type="ftr" sz="quarter" idx="16"/>
          </p:nvPr>
        </p:nvSpPr>
        <p:spPr/>
        <p:txBody>
          <a:bodyPr/>
          <a:lstStyle/>
          <a:p>
            <a:endParaRPr lang="en-US"/>
          </a:p>
        </p:txBody>
      </p:sp>
      <p:sp>
        <p:nvSpPr>
          <p:cNvPr id="8" name="Slide Number Placeholder 7">
            <a:extLst>
              <a:ext uri="{FF2B5EF4-FFF2-40B4-BE49-F238E27FC236}">
                <a16:creationId xmlns:a16="http://schemas.microsoft.com/office/drawing/2014/main" id="{AD66BE47-AC20-1061-07AD-89A41D02F482}"/>
              </a:ext>
            </a:extLst>
          </p:cNvPr>
          <p:cNvSpPr>
            <a:spLocks noGrp="1"/>
          </p:cNvSpPr>
          <p:nvPr>
            <p:ph type="sldNum" sz="quarter" idx="17"/>
          </p:nvPr>
        </p:nvSpPr>
        <p:spPr/>
        <p:txBody>
          <a:bodyPr/>
          <a:lstStyle/>
          <a:p>
            <a:fld id="{30E01EF2-1252-478C-BF10-16FD6F070424}" type="slidenum">
              <a:rPr lang="en-US" smtClean="0"/>
              <a:t>‹#›</a:t>
            </a:fld>
            <a:endParaRPr lang="en-US"/>
          </a:p>
        </p:txBody>
      </p:sp>
      <p:sp>
        <p:nvSpPr>
          <p:cNvPr id="7" name="Content Placeholder 6">
            <a:extLst>
              <a:ext uri="{FF2B5EF4-FFF2-40B4-BE49-F238E27FC236}">
                <a16:creationId xmlns:a16="http://schemas.microsoft.com/office/drawing/2014/main" id="{80A35E0D-62A8-3554-9B0A-F98F410BA73C}"/>
              </a:ext>
            </a:extLst>
          </p:cNvPr>
          <p:cNvSpPr>
            <a:spLocks noGrp="1"/>
          </p:cNvSpPr>
          <p:nvPr>
            <p:ph sz="quarter" idx="18"/>
          </p:nvPr>
        </p:nvSpPr>
        <p:spPr>
          <a:xfrm>
            <a:off x="301625" y="1806575"/>
            <a:ext cx="5165725"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Content Placeholder 6">
            <a:extLst>
              <a:ext uri="{FF2B5EF4-FFF2-40B4-BE49-F238E27FC236}">
                <a16:creationId xmlns:a16="http://schemas.microsoft.com/office/drawing/2014/main" id="{59B3B287-1823-BE94-2755-A041E87636AD}"/>
              </a:ext>
            </a:extLst>
          </p:cNvPr>
          <p:cNvSpPr>
            <a:spLocks noGrp="1"/>
          </p:cNvSpPr>
          <p:nvPr>
            <p:ph sz="quarter" idx="19"/>
          </p:nvPr>
        </p:nvSpPr>
        <p:spPr>
          <a:xfrm>
            <a:off x="6723891" y="1806575"/>
            <a:ext cx="4991100" cy="45862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3AFB33C1-66E4-5420-EAC7-ECB72519298E}"/>
              </a:ext>
            </a:extLst>
          </p:cNvPr>
          <p:cNvCxnSpPr>
            <a:cxnSpLocks/>
          </p:cNvCxnSpPr>
          <p:nvPr/>
        </p:nvCxnSpPr>
        <p:spPr>
          <a:xfrm flipH="1">
            <a:off x="394716" y="1584960"/>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3886055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06AE5CFF-8C53-04B8-D45D-5572C54FE40F}"/>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301752" y="731520"/>
            <a:ext cx="11585448" cy="662062"/>
          </a:xfrm>
        </p:spPr>
        <p:txBody>
          <a:bodyPr/>
          <a:lstStyle>
            <a:lvl1pPr>
              <a:defRPr>
                <a:solidFill>
                  <a:schemeClr val="tx1"/>
                </a:solidFill>
              </a:defRPr>
            </a:lvl1pPr>
          </a:lstStyle>
          <a:p>
            <a:r>
              <a:rPr lang="en-US"/>
              <a:t>Click to edit Master title style</a:t>
            </a:r>
          </a:p>
        </p:txBody>
      </p:sp>
      <p:sp>
        <p:nvSpPr>
          <p:cNvPr id="15" name="Date Placeholder 14">
            <a:extLst>
              <a:ext uri="{FF2B5EF4-FFF2-40B4-BE49-F238E27FC236}">
                <a16:creationId xmlns:a16="http://schemas.microsoft.com/office/drawing/2014/main" id="{705EA491-E08A-48B5-7211-33514A94530C}"/>
              </a:ext>
            </a:extLst>
          </p:cNvPr>
          <p:cNvSpPr>
            <a:spLocks noGrp="1"/>
          </p:cNvSpPr>
          <p:nvPr>
            <p:ph type="dt" sz="half" idx="15"/>
          </p:nvPr>
        </p:nvSpPr>
        <p:spPr/>
        <p:txBody>
          <a:bodyPr/>
          <a:lstStyle/>
          <a:p>
            <a:fld id="{DB6448ED-F621-4298-BC60-9F0F1F20CBA5}" type="datetimeFigureOut">
              <a:rPr lang="en-US" smtClean="0"/>
              <a:t>10/16/2026</a:t>
            </a:fld>
            <a:endParaRPr lang="en-US"/>
          </a:p>
        </p:txBody>
      </p:sp>
      <p:sp>
        <p:nvSpPr>
          <p:cNvPr id="16" name="Footer Placeholder 15">
            <a:extLst>
              <a:ext uri="{FF2B5EF4-FFF2-40B4-BE49-F238E27FC236}">
                <a16:creationId xmlns:a16="http://schemas.microsoft.com/office/drawing/2014/main" id="{259980DF-BFB1-0E16-FE9E-D2D30ED180E7}"/>
              </a:ext>
            </a:extLst>
          </p:cNvPr>
          <p:cNvSpPr>
            <a:spLocks noGrp="1"/>
          </p:cNvSpPr>
          <p:nvPr>
            <p:ph type="ftr" sz="quarter" idx="16"/>
          </p:nvPr>
        </p:nvSpPr>
        <p:spPr/>
        <p:txBody>
          <a:bodyPr/>
          <a:lstStyle/>
          <a:p>
            <a:endParaRPr lang="en-US"/>
          </a:p>
        </p:txBody>
      </p:sp>
      <p:sp>
        <p:nvSpPr>
          <p:cNvPr id="17" name="Slide Number Placeholder 16">
            <a:extLst>
              <a:ext uri="{FF2B5EF4-FFF2-40B4-BE49-F238E27FC236}">
                <a16:creationId xmlns:a16="http://schemas.microsoft.com/office/drawing/2014/main" id="{6EA97154-58A7-DD75-CD73-93F442F34125}"/>
              </a:ext>
            </a:extLst>
          </p:cNvPr>
          <p:cNvSpPr>
            <a:spLocks noGrp="1"/>
          </p:cNvSpPr>
          <p:nvPr>
            <p:ph type="sldNum" sz="quarter" idx="17"/>
          </p:nvPr>
        </p:nvSpPr>
        <p:spPr/>
        <p:txBody>
          <a:bodyPr/>
          <a:lstStyle/>
          <a:p>
            <a:fld id="{30E01EF2-1252-478C-BF10-16FD6F070424}" type="slidenum">
              <a:rPr lang="en-US" smtClean="0"/>
              <a:t>‹#›</a:t>
            </a:fld>
            <a:endParaRPr lang="en-US"/>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301752" y="1775779"/>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6">
            <a:extLst>
              <a:ext uri="{FF2B5EF4-FFF2-40B4-BE49-F238E27FC236}">
                <a16:creationId xmlns:a16="http://schemas.microsoft.com/office/drawing/2014/main" id="{13701989-F794-F145-FEEE-631718E4D69C}"/>
              </a:ext>
            </a:extLst>
          </p:cNvPr>
          <p:cNvSpPr>
            <a:spLocks noGrp="1"/>
          </p:cNvSpPr>
          <p:nvPr>
            <p:ph sz="quarter" idx="18"/>
          </p:nvPr>
        </p:nvSpPr>
        <p:spPr>
          <a:xfrm>
            <a:off x="301625" y="2492481"/>
            <a:ext cx="5165725"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720840" y="1775777"/>
            <a:ext cx="5166360" cy="640080"/>
          </a:xfrm>
        </p:spPr>
        <p:txBody>
          <a:bodyPr anchor="ctr" anchorCtr="0">
            <a:normAutofit/>
          </a:bodyPr>
          <a:lstStyle>
            <a:lvl1pPr marL="0" indent="0">
              <a:lnSpc>
                <a:spcPct val="90000"/>
              </a:lnSpc>
              <a:buNone/>
              <a:defRPr sz="1600" b="1" cap="none"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Content Placeholder 6">
            <a:extLst>
              <a:ext uri="{FF2B5EF4-FFF2-40B4-BE49-F238E27FC236}">
                <a16:creationId xmlns:a16="http://schemas.microsoft.com/office/drawing/2014/main" id="{A3BB3E04-BBB2-1EB1-AF01-EFE05E004270}"/>
              </a:ext>
            </a:extLst>
          </p:cNvPr>
          <p:cNvSpPr>
            <a:spLocks noGrp="1"/>
          </p:cNvSpPr>
          <p:nvPr>
            <p:ph sz="quarter" idx="19"/>
          </p:nvPr>
        </p:nvSpPr>
        <p:spPr>
          <a:xfrm>
            <a:off x="6723890" y="2492481"/>
            <a:ext cx="5181907" cy="39003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Straight Connector 6">
            <a:extLst>
              <a:ext uri="{FF2B5EF4-FFF2-40B4-BE49-F238E27FC236}">
                <a16:creationId xmlns:a16="http://schemas.microsoft.com/office/drawing/2014/main" id="{B692CF81-A7A7-1362-125E-EEC5C8BD16E7}"/>
              </a:ext>
            </a:extLst>
          </p:cNvPr>
          <p:cNvCxnSpPr>
            <a:cxnSpLocks/>
          </p:cNvCxnSpPr>
          <p:nvPr/>
        </p:nvCxnSpPr>
        <p:spPr>
          <a:xfrm flipH="1">
            <a:off x="394716" y="1579934"/>
            <a:ext cx="11402568" cy="0"/>
          </a:xfrm>
          <a:prstGeom prst="line">
            <a:avLst/>
          </a:prstGeom>
          <a:ln w="6350">
            <a:solidFill>
              <a:schemeClr val="tx1">
                <a:lumMod val="50000"/>
                <a:alpha val="60000"/>
              </a:schemeClr>
            </a:solidFill>
          </a:ln>
        </p:spPr>
        <p:style>
          <a:lnRef idx="1">
            <a:schemeClr val="accent1"/>
          </a:lnRef>
          <a:fillRef idx="0">
            <a:schemeClr val="accent1"/>
          </a:fillRef>
          <a:effectRef idx="0">
            <a:schemeClr val="accent1"/>
          </a:effectRef>
          <a:fontRef idx="minor">
            <a:schemeClr val="tx1"/>
          </a:fontRef>
        </p:style>
      </p:cxnSp>
      <p:sp>
        <p:nvSpPr>
          <p:cNvPr id="4" name="Rectangle 3">
            <a:extLst>
              <a:ext uri="{FF2B5EF4-FFF2-40B4-BE49-F238E27FC236}">
                <a16:creationId xmlns:a16="http://schemas.microsoft.com/office/drawing/2014/main" id="{11E71789-6ED9-AA74-B78C-05CAF80B5536}"/>
              </a:ext>
            </a:extLst>
          </p:cNvPr>
          <p:cNvSpPr/>
          <p:nvPr/>
        </p:nvSpPr>
        <p:spPr>
          <a:xfrm flipV="1">
            <a:off x="0" y="0"/>
            <a:ext cx="12191999" cy="1337733"/>
          </a:xfrm>
          <a:prstGeom prst="rect">
            <a:avLst/>
          </a:prstGeom>
          <a:gradFill>
            <a:gsLst>
              <a:gs pos="51000">
                <a:schemeClr val="accent2">
                  <a:lumMod val="50000"/>
                  <a:alpha val="0"/>
                </a:schemeClr>
              </a:gs>
              <a:gs pos="100000">
                <a:schemeClr val="accent1">
                  <a:alpha val="40000"/>
                </a:schemeClr>
              </a:gs>
            </a:gsLst>
            <a:lin ang="576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45459914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a:xfrm>
            <a:off x="301752" y="1005840"/>
            <a:ext cx="9906000" cy="801042"/>
          </a:xfrm>
        </p:spPr>
        <p:txBody>
          <a:bodyPr anchor="t"/>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DB6448ED-F621-4298-BC60-9F0F1F20CBA5}" type="datetimeFigureOut">
              <a:rPr lang="en-US" smtClean="0"/>
              <a:t>10/16/2026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30E01EF2-1252-478C-BF10-16FD6F070424}" type="slidenum">
              <a:rPr lang="en-US" smtClean="0"/>
              <a:t>‹#›</a:t>
            </a:fld>
            <a:endParaRPr lang="en-US"/>
          </a:p>
        </p:txBody>
      </p:sp>
    </p:spTree>
    <p:extLst>
      <p:ext uri="{BB962C8B-B14F-4D97-AF65-F5344CB8AC3E}">
        <p14:creationId xmlns:p14="http://schemas.microsoft.com/office/powerpoint/2010/main" val="25283341"/>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DB6448ED-F621-4298-BC60-9F0F1F20CBA5}" type="datetimeFigureOut">
              <a:rPr lang="en-US" smtClean="0"/>
              <a:t>10/16/2026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30E01EF2-1252-478C-BF10-16FD6F070424}" type="slidenum">
              <a:rPr lang="en-US" smtClean="0"/>
              <a:t>‹#›</a:t>
            </a:fld>
            <a:endParaRPr lang="en-US"/>
          </a:p>
        </p:txBody>
      </p:sp>
    </p:spTree>
    <p:extLst>
      <p:ext uri="{BB962C8B-B14F-4D97-AF65-F5344CB8AC3E}">
        <p14:creationId xmlns:p14="http://schemas.microsoft.com/office/powerpoint/2010/main" val="5024645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microsoft.com/office/2007/relationships/hdphoto" Target="../media/hdphoto1.wdp"/></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9">
            <a:duotone>
              <a:prstClr val="black"/>
              <a:schemeClr val="accent1">
                <a:tint val="45000"/>
                <a:satMod val="400000"/>
              </a:schemeClr>
            </a:duotone>
            <a:extLst>
              <a:ext uri="{BEBA8EAE-BF5A-486C-A8C5-ECC9F3942E4B}">
                <a14:imgProps xmlns:a14="http://schemas.microsoft.com/office/drawing/2010/main">
                  <a14:imgLayer r:embed="rId30">
                    <a14:imgEffect>
                      <a14:sharpenSoften amount="50000"/>
                    </a14:imgEffect>
                    <a14:imgEffect>
                      <a14:brightnessContrast bright="-49000" contrast="37000"/>
                    </a14:imgEffect>
                  </a14:imgLayer>
                </a14:imgProps>
              </a:ext>
            </a:extLst>
          </a:blip>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301752" y="869140"/>
            <a:ext cx="11604046" cy="969206"/>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301752" y="210114"/>
            <a:ext cx="1759288" cy="365760"/>
          </a:xfrm>
          <a:prstGeom prst="rect">
            <a:avLst/>
          </a:prstGeom>
        </p:spPr>
        <p:txBody>
          <a:bodyPr vert="horz" lIns="91440" tIns="45720" rIns="91440" bIns="45720" rtlCol="0" anchor="ctr"/>
          <a:lstStyle>
            <a:lvl1pPr algn="l" rtl="0">
              <a:defRPr sz="800" cap="none" spc="0" baseline="0">
                <a:solidFill>
                  <a:schemeClr val="tx1"/>
                </a:solidFill>
              </a:defRPr>
            </a:lvl1pPr>
          </a:lstStyle>
          <a:p>
            <a:fld id="{DB6448ED-F621-4298-BC60-9F0F1F20CBA5}" type="datetimeFigureOut">
              <a:rPr lang="en-US" smtClean="0"/>
              <a:t>10/16/2026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7622485" y="210114"/>
            <a:ext cx="2509284" cy="365760"/>
          </a:xfrm>
          <a:prstGeom prst="rect">
            <a:avLst/>
          </a:prstGeom>
        </p:spPr>
        <p:txBody>
          <a:bodyPr vert="horz" lIns="91440" tIns="45720" rIns="91440" bIns="45720" rtlCol="0" anchor="ctr"/>
          <a:lstStyle>
            <a:lvl1pPr algn="l" rtl="0">
              <a:defRPr sz="800" cap="none" spc="0" baseline="0">
                <a:solidFill>
                  <a:schemeClr val="tx1"/>
                </a:solidFill>
              </a:defRPr>
            </a:lvl1pPr>
          </a:lstStyle>
          <a:p>
            <a:endParaRPr lang="en-US"/>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300323" y="210114"/>
            <a:ext cx="605475" cy="365760"/>
          </a:xfrm>
          <a:prstGeom prst="rect">
            <a:avLst/>
          </a:prstGeom>
        </p:spPr>
        <p:txBody>
          <a:bodyPr vert="horz" lIns="91440" tIns="45720" rIns="91440" bIns="45720" rtlCol="0" anchor="ctr"/>
          <a:lstStyle>
            <a:lvl1pPr algn="r" rtl="0">
              <a:defRPr sz="800" cap="none" spc="0" baseline="0">
                <a:solidFill>
                  <a:schemeClr val="tx1"/>
                </a:solidFill>
              </a:defRPr>
            </a:lvl1pPr>
          </a:lstStyle>
          <a:p>
            <a:fld id="{30E01EF2-1252-478C-BF10-16FD6F070424}" type="slidenum">
              <a:rPr lang="en-US" smtClean="0"/>
              <a:t>‹#›</a:t>
            </a:fld>
            <a:endParaRPr lang="en-US"/>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301752" y="2047284"/>
            <a:ext cx="11604046" cy="423464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cxnSp>
        <p:nvCxnSpPr>
          <p:cNvPr id="16" name="Straight Connector 15">
            <a:extLst>
              <a:ext uri="{FF2B5EF4-FFF2-40B4-BE49-F238E27FC236}">
                <a16:creationId xmlns:a16="http://schemas.microsoft.com/office/drawing/2014/main" id="{A3E5EF3F-856F-01A0-B658-94EAB13FC060}"/>
              </a:ext>
            </a:extLst>
          </p:cNvPr>
          <p:cNvCxnSpPr>
            <a:cxnSpLocks/>
          </p:cNvCxnSpPr>
          <p:nvPr/>
        </p:nvCxnSpPr>
        <p:spPr>
          <a:xfrm flipH="1">
            <a:off x="394716" y="751313"/>
            <a:ext cx="11402568" cy="0"/>
          </a:xfrm>
          <a:prstGeom prst="line">
            <a:avLst/>
          </a:prstGeom>
          <a:ln w="6350">
            <a:solidFill>
              <a:schemeClr val="tx1">
                <a:lumMod val="75000"/>
                <a:alpha val="34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72030675"/>
      </p:ext>
    </p:extLst>
  </p:cSld>
  <p:clrMap bg1="dk1" tx1="lt1" bg2="dk2" tx2="lt2" accent1="accent1" accent2="accent2" accent3="accent3" accent4="accent4" accent5="accent5" accent6="accent6" hlink="hlink" folHlink="folHlink"/>
  <p:sldLayoutIdLst>
    <p:sldLayoutId id="2147483718" r:id="rId1"/>
    <p:sldLayoutId id="2147483719" r:id="rId2"/>
    <p:sldLayoutId id="2147483720" r:id="rId3"/>
    <p:sldLayoutId id="2147483721" r:id="rId4"/>
    <p:sldLayoutId id="2147483722" r:id="rId5"/>
    <p:sldLayoutId id="2147483723" r:id="rId6"/>
    <p:sldLayoutId id="2147483724" r:id="rId7"/>
    <p:sldLayoutId id="2147483725" r:id="rId8"/>
    <p:sldLayoutId id="2147483726" r:id="rId9"/>
    <p:sldLayoutId id="2147483727" r:id="rId10"/>
    <p:sldLayoutId id="2147483728" r:id="rId11"/>
    <p:sldLayoutId id="2147483729" r:id="rId12"/>
    <p:sldLayoutId id="2147483730" r:id="rId13"/>
    <p:sldLayoutId id="2147483731" r:id="rId14"/>
    <p:sldLayoutId id="2147483732" r:id="rId15"/>
    <p:sldLayoutId id="2147483733" r:id="rId16"/>
    <p:sldLayoutId id="2147483734" r:id="rId17"/>
    <p:sldLayoutId id="2147483735" r:id="rId18"/>
    <p:sldLayoutId id="2147483736" r:id="rId19"/>
    <p:sldLayoutId id="2147483737" r:id="rId20"/>
    <p:sldLayoutId id="2147483738" r:id="rId21"/>
    <p:sldLayoutId id="2147483739" r:id="rId22"/>
    <p:sldLayoutId id="2147483740" r:id="rId23"/>
    <p:sldLayoutId id="2147483741" r:id="rId24"/>
    <p:sldLayoutId id="2147483742" r:id="rId25"/>
    <p:sldLayoutId id="2147483743" r:id="rId26"/>
    <p:sldLayoutId id="2147483744" r:id="rId27"/>
  </p:sldLayoutIdLst>
  <p:txStyles>
    <p:titleStyle>
      <a:lvl1pPr algn="l" defTabSz="914400" rtl="0" eaLnBrk="1" latinLnBrk="0" hangingPunct="1">
        <a:lnSpc>
          <a:spcPct val="85000"/>
        </a:lnSpc>
        <a:spcBef>
          <a:spcPct val="0"/>
        </a:spcBef>
        <a:buNone/>
        <a:defRPr sz="2800" b="0" kern="1200" spc="0" baseline="0">
          <a:solidFill>
            <a:schemeClr val="tx1"/>
          </a:solidFill>
          <a:latin typeface="+mj-lt"/>
          <a:ea typeface="+mj-ea"/>
          <a:cs typeface="+mj-cs"/>
        </a:defRPr>
      </a:lvl1pPr>
    </p:titleStyle>
    <p:bodyStyle>
      <a:lvl1pPr marL="0" indent="0" algn="l" defTabSz="914400" rtl="0" eaLnBrk="1" latinLnBrk="0" hangingPunct="1">
        <a:lnSpc>
          <a:spcPct val="120000"/>
        </a:lnSpc>
        <a:spcBef>
          <a:spcPts val="1000"/>
        </a:spcBef>
        <a:buFont typeface="Arial" panose="020B0604020202020204" pitchFamily="34" charset="0"/>
        <a:buNone/>
        <a:defRPr sz="1400" kern="1200" spc="0">
          <a:solidFill>
            <a:schemeClr val="tx1"/>
          </a:solidFill>
          <a:latin typeface="+mn-lt"/>
          <a:ea typeface="+mn-ea"/>
          <a:cs typeface="+mn-cs"/>
        </a:defRPr>
      </a:lvl1pPr>
      <a:lvl2pPr marL="2286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2pPr>
      <a:lvl3pPr marL="4572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3pPr>
      <a:lvl4pPr marL="6858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4pPr>
      <a:lvl5pPr marL="914400" indent="0" algn="l" defTabSz="914400" rtl="0" eaLnBrk="1" latinLnBrk="0" hangingPunct="1">
        <a:lnSpc>
          <a:spcPct val="120000"/>
        </a:lnSpc>
        <a:spcBef>
          <a:spcPts val="500"/>
        </a:spcBef>
        <a:buFont typeface="Arial" panose="020B0604020202020204" pitchFamily="34" charset="0"/>
        <a:buNone/>
        <a:defRPr sz="1400" kern="1200" spc="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30" pos="168" userDrawn="1">
          <p15:clr>
            <a:srgbClr val="F26B43"/>
          </p15:clr>
        </p15:guide>
        <p15:guide id="31" orient="horz" pos="2160" userDrawn="1">
          <p15:clr>
            <a:srgbClr val="F26B43"/>
          </p15:clr>
        </p15:guide>
        <p15:guide id="32" pos="4800" userDrawn="1">
          <p15:clr>
            <a:srgbClr val="F26B43"/>
          </p15:clr>
        </p15:guide>
        <p15:guide id="33" orient="horz" pos="480" userDrawn="1">
          <p15:clr>
            <a:srgbClr val="F26B43"/>
          </p15:clr>
        </p15:guide>
        <p15:guide id="34" orient="horz" pos="864" userDrawn="1">
          <p15:clr>
            <a:srgbClr val="F26B43"/>
          </p15:clr>
        </p15:guide>
        <p15:guide id="35" pos="7392" userDrawn="1">
          <p15:clr>
            <a:srgbClr val="F26B43"/>
          </p15:clr>
        </p15:guide>
        <p15:guide id="36" orient="horz" pos="3840" userDrawn="1">
          <p15:clr>
            <a:srgbClr val="F26B43"/>
          </p15:clr>
        </p15:guide>
        <p15:guide id="37" pos="240" userDrawn="1">
          <p15:clr>
            <a:srgbClr val="F26B43"/>
          </p15:clr>
        </p15:guide>
        <p15:guide id="38" pos="74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www.rawpixel.com/search/background%20geometric%20abstract?page=1&amp;sort=curated"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rawpixel.com/search/technology" TargetMode="External"/><Relationship Id="rId2" Type="http://schemas.openxmlformats.org/officeDocument/2006/relationships/image" Target="../media/image8.1"/><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rawpixel.com/search/technology" TargetMode="External"/><Relationship Id="rId2" Type="http://schemas.openxmlformats.org/officeDocument/2006/relationships/image" Target="../media/image8.1"/><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hyperlink" Target="https://www.rawpixel.com/search/background%20geometric%20abstract?page=1&amp;sort=curated" TargetMode="External"/></Relationships>
</file>

<file path=ppt/slides/_rels/slide6.xml.rels><?xml version="1.0" encoding="UTF-8" standalone="yes"?>
<Relationships xmlns="http://schemas.openxmlformats.org/package/2006/relationships"><Relationship Id="rId3" Type="http://schemas.openxmlformats.org/officeDocument/2006/relationships/hyperlink" Target="https://www.rawpixel.com/search/background%20geometric%20abstract?page=1&amp;sort=curated"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www.rawpixel.com/search/background%20geometric%20abstract?page=1&amp;sort=curated" TargetMode="External"/><Relationship Id="rId2" Type="http://schemas.openxmlformats.org/officeDocument/2006/relationships/image" Target="../media/image7.jpg"/><Relationship Id="rId1" Type="http://schemas.openxmlformats.org/officeDocument/2006/relationships/slideLayout" Target="../slideLayouts/slideLayout2.xml"/><Relationship Id="rId4" Type="http://schemas.openxmlformats.org/officeDocument/2006/relationships/image" Target="../media/image9.jpeg"/></Relationships>
</file>

<file path=ppt/slides/_rels/slide8.xml.rels><?xml version="1.0" encoding="UTF-8" standalone="yes"?>
<Relationships xmlns="http://schemas.openxmlformats.org/package/2006/relationships"><Relationship Id="rId3" Type="http://schemas.openxmlformats.org/officeDocument/2006/relationships/hyperlink" Target="https://www.rawpixel.com/search/background%20geometric%20abstract?page=1&amp;sort=curated"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hyperlink" Target="https://www.rawpixel.com/search/background%20geometric%20abstract?page=1&amp;sort=curated" TargetMode="External"/><Relationship Id="rId2" Type="http://schemas.openxmlformats.org/officeDocument/2006/relationships/image" Target="../media/image7.jpg"/><Relationship Id="rId1" Type="http://schemas.openxmlformats.org/officeDocument/2006/relationships/slideLayout" Target="../slideLayouts/slideLayout2.xml"/><Relationship Id="rId5" Type="http://schemas.openxmlformats.org/officeDocument/2006/relationships/hyperlink" Target="https://freepngimg.com/png/19310-thank-you-png-image" TargetMode="External"/><Relationship Id="rId4" Type="http://schemas.openxmlformats.org/officeDocument/2006/relationships/image" Target="../media/image10.png"/></Relationships>
</file>

<file path=ppt/slides/_rels/slide10.xml.rels><?xml version="1.0" encoding="UTF-8" standalone="yes"?>
<Relationships xmlns="http://schemas.openxmlformats.org/package/2006/relationships"><Relationship Id="rId3" Type="http://schemas.openxmlformats.org/officeDocument/2006/relationships/hyperlink" Target="https://www.rawpixel.com/search/technology" TargetMode="External"/><Relationship Id="rId2" Type="http://schemas.openxmlformats.org/officeDocument/2006/relationships/image" Target="../media/image8.1"/><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s://www.rawpixel.com/search/background%20geometric%20abstract?page=1&amp;sort=curated" TargetMode="External"/><Relationship Id="rId2" Type="http://schemas.openxmlformats.org/officeDocument/2006/relationships/image" Target="../media/image7.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descr="Futuristic security network at center. Digital security cyber. Hud ring with shield technology background.">
            <a:extLst>
              <a:ext uri="{FF2B5EF4-FFF2-40B4-BE49-F238E27FC236}">
                <a16:creationId xmlns:a16="http://schemas.microsoft.com/office/drawing/2014/main" id="{9BAE7ADD-43BE-20AB-651C-8F5CE5B8B7B5}"/>
              </a:ext>
            </a:extLst>
          </p:cNvPr>
          <p:cNvPicPr>
            <a:picLocks noChangeAspect="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7142" y="80512"/>
            <a:ext cx="12097717" cy="6726687"/>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
        <p:nvSpPr>
          <p:cNvPr id="12" name="Title 11">
            <a:extLst>
              <a:ext uri="{FF2B5EF4-FFF2-40B4-BE49-F238E27FC236}">
                <a16:creationId xmlns:a16="http://schemas.microsoft.com/office/drawing/2014/main" id="{58BAF1E4-B27B-4A33-437B-D97BAD69B756}"/>
              </a:ext>
            </a:extLst>
          </p:cNvPr>
          <p:cNvSpPr>
            <a:spLocks noGrp="1"/>
          </p:cNvSpPr>
          <p:nvPr>
            <p:ph type="title"/>
          </p:nvPr>
        </p:nvSpPr>
        <p:spPr>
          <a:xfrm>
            <a:off x="47141" y="64882"/>
            <a:ext cx="6096000" cy="6858000"/>
          </a:xfrm>
          <a:gradFill>
            <a:gsLst>
              <a:gs pos="86000">
                <a:schemeClr val="accent4">
                  <a:lumMod val="50000"/>
                  <a:alpha val="95000"/>
                </a:schemeClr>
              </a:gs>
              <a:gs pos="100000">
                <a:schemeClr val="bg2">
                  <a:alpha val="90000"/>
                </a:schemeClr>
              </a:gs>
              <a:gs pos="42000">
                <a:srgbClr val="161824">
                  <a:alpha val="20000"/>
                </a:srgbClr>
              </a:gs>
              <a:gs pos="18000">
                <a:schemeClr val="bg2">
                  <a:lumMod val="90000"/>
                  <a:lumOff val="10000"/>
                  <a:alpha val="0"/>
                </a:schemeClr>
              </a:gs>
            </a:gsLst>
            <a:lin ang="11400000" scaled="0"/>
          </a:gradFill>
          <a:effectLst>
            <a:innerShdw blurRad="63500" dist="50800" dir="2700000">
              <a:prstClr val="black">
                <a:alpha val="50000"/>
              </a:prstClr>
            </a:innerShdw>
          </a:effectLst>
        </p:spPr>
        <p:txBody>
          <a:bodyPr anchor="ctr">
            <a:normAutofit fontScale="90000"/>
          </a:bodyPr>
          <a:lstStyle/>
          <a:p>
            <a:pPr marL="685800" indent="-685800">
              <a:buFont typeface="Arial" panose="020B0604020202020204" pitchFamily="34" charset="0"/>
              <a:buChar char="•"/>
            </a:pPr>
            <a:r>
              <a:rPr lang="en-US" sz="4000" dirty="0"/>
              <a:t>Security Posture and Risk Assessment for Dallong-Opadotun &amp; Co.</a:t>
            </a:r>
            <a:br>
              <a:rPr lang="en-US" sz="4000" dirty="0"/>
            </a:br>
            <a:br>
              <a:rPr lang="en-US" sz="4000" dirty="0"/>
            </a:br>
            <a:br>
              <a:rPr lang="en-US" sz="4000" dirty="0"/>
            </a:br>
            <a:r>
              <a:rPr lang="en-US" sz="4000" dirty="0"/>
              <a:t>Using NIST framework and NDPR 2023</a:t>
            </a:r>
            <a:br>
              <a:rPr lang="en-US" dirty="0"/>
            </a:br>
            <a:endParaRPr lang="en-US" dirty="0"/>
          </a:p>
        </p:txBody>
      </p:sp>
    </p:spTree>
    <p:extLst>
      <p:ext uri="{BB962C8B-B14F-4D97-AF65-F5344CB8AC3E}">
        <p14:creationId xmlns:p14="http://schemas.microsoft.com/office/powerpoint/2010/main" val="26906718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40645B-E405-D904-289F-64CCB7A511A3}"/>
              </a:ext>
            </a:extLst>
          </p:cNvPr>
          <p:cNvSpPr>
            <a:spLocks noGrp="1"/>
          </p:cNvSpPr>
          <p:nvPr>
            <p:ph type="title"/>
          </p:nvPr>
        </p:nvSpPr>
        <p:spPr>
          <a:xfrm>
            <a:off x="487680" y="13855"/>
            <a:ext cx="9830017" cy="1579417"/>
          </a:xfrm>
        </p:spPr>
        <p:txBody>
          <a:bodyPr>
            <a:normAutofit/>
          </a:bodyPr>
          <a:lstStyle/>
          <a:p>
            <a:r>
              <a:rPr lang="en-US" sz="4400" b="1" dirty="0"/>
              <a:t>INTRODUCTION AND BACKROUND</a:t>
            </a:r>
          </a:p>
        </p:txBody>
      </p:sp>
      <p:sp>
        <p:nvSpPr>
          <p:cNvPr id="3" name="Content Placeholder 2">
            <a:extLst>
              <a:ext uri="{FF2B5EF4-FFF2-40B4-BE49-F238E27FC236}">
                <a16:creationId xmlns:a16="http://schemas.microsoft.com/office/drawing/2014/main" id="{E7297A93-3E66-66D4-5607-5073267C64E1}"/>
              </a:ext>
            </a:extLst>
          </p:cNvPr>
          <p:cNvSpPr>
            <a:spLocks noGrp="1"/>
          </p:cNvSpPr>
          <p:nvPr>
            <p:ph sz="quarter" idx="13"/>
          </p:nvPr>
        </p:nvSpPr>
        <p:spPr>
          <a:xfrm>
            <a:off x="487680" y="1748443"/>
            <a:ext cx="11402568" cy="4389120"/>
          </a:xfrm>
        </p:spPr>
        <p:txBody>
          <a:bodyPr>
            <a:normAutofit/>
          </a:bodyPr>
          <a:lstStyle/>
          <a:p>
            <a:endParaRPr lang="en-US" sz="2400" dirty="0"/>
          </a:p>
          <a:p>
            <a:pPr marL="342900" indent="-342900">
              <a:buFont typeface="Arial" panose="020B0604020202020204" pitchFamily="34" charset="0"/>
              <a:buChar char="•"/>
            </a:pPr>
            <a:r>
              <a:rPr lang="en-US" sz="2400" dirty="0"/>
              <a:t>Why does client confidentiality and data protection matter? </a:t>
            </a:r>
          </a:p>
          <a:p>
            <a:r>
              <a:rPr lang="en-US" sz="2400" dirty="0"/>
              <a:t>Client confidentiality and data protection matter because </a:t>
            </a:r>
            <a:r>
              <a:rPr lang="en-US" sz="2400" b="1" dirty="0"/>
              <a:t>law firms handle sensitive information that must be protected from unauthorized access, disclosure, loss or misuse.</a:t>
            </a:r>
          </a:p>
          <a:p>
            <a:pPr marL="342900" indent="-342900">
              <a:buFont typeface="Arial" panose="020B0604020202020204" pitchFamily="34" charset="0"/>
              <a:buChar char="•"/>
            </a:pPr>
            <a:r>
              <a:rPr lang="en-US" sz="2400" b="1" dirty="0"/>
              <a:t>Common threats are: Phishing, Stolen devices and password theft.</a:t>
            </a:r>
            <a:endParaRPr lang="en-US" sz="2400" dirty="0"/>
          </a:p>
          <a:p>
            <a:endParaRPr lang="en-US" sz="2400" dirty="0"/>
          </a:p>
          <a:p>
            <a:endParaRPr lang="en-US" sz="2400" dirty="0">
              <a:effectLst>
                <a:outerShdw blurRad="838200" dist="1117600" dir="12000000" sx="173000" sy="173000" algn="ctr" rotWithShape="0">
                  <a:srgbClr val="000000">
                    <a:alpha val="26000"/>
                  </a:srgbClr>
                </a:outerShdw>
              </a:effectLst>
            </a:endParaRPr>
          </a:p>
          <a:p>
            <a:endParaRPr lang="en-US" sz="2400" dirty="0"/>
          </a:p>
        </p:txBody>
      </p:sp>
    </p:spTree>
    <p:extLst>
      <p:ext uri="{BB962C8B-B14F-4D97-AF65-F5344CB8AC3E}">
        <p14:creationId xmlns:p14="http://schemas.microsoft.com/office/powerpoint/2010/main" val="22306673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91000"/>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13" name="Flowchart: Connector 12">
            <a:extLst>
              <a:ext uri="{FF2B5EF4-FFF2-40B4-BE49-F238E27FC236}">
                <a16:creationId xmlns:a16="http://schemas.microsoft.com/office/drawing/2014/main" id="{0AD190E8-688A-0792-4E32-E83725535639}"/>
              </a:ext>
            </a:extLst>
          </p:cNvPr>
          <p:cNvSpPr/>
          <p:nvPr/>
        </p:nvSpPr>
        <p:spPr>
          <a:xfrm>
            <a:off x="6539345" y="166568"/>
            <a:ext cx="1039091" cy="1094509"/>
          </a:xfrm>
          <a:prstGeom prst="flowChartConnector">
            <a:avLst/>
          </a:prstGeom>
          <a:solidFill>
            <a:schemeClr val="tx1">
              <a:alpha val="10000"/>
            </a:schemeClr>
          </a:solidFill>
          <a:effectLst>
            <a:outerShdw blurRad="50800" dist="50800" dir="5400000" algn="ctr" rotWithShape="0">
              <a:schemeClr val="bg1"/>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Oval 11">
            <a:extLst>
              <a:ext uri="{FF2B5EF4-FFF2-40B4-BE49-F238E27FC236}">
                <a16:creationId xmlns:a16="http://schemas.microsoft.com/office/drawing/2014/main" id="{6E33C99B-47A0-BB1F-740E-EC95AE820C89}"/>
              </a:ext>
            </a:extLst>
          </p:cNvPr>
          <p:cNvSpPr/>
          <p:nvPr/>
        </p:nvSpPr>
        <p:spPr>
          <a:xfrm>
            <a:off x="7910945" y="0"/>
            <a:ext cx="3713019" cy="3020290"/>
          </a:xfrm>
          <a:prstGeom prst="ellipse">
            <a:avLst/>
          </a:prstGeom>
          <a:solidFill>
            <a:schemeClr val="tx2">
              <a:alpha val="1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862DDBA4-4D25-608E-F181-06B9DD77961F}"/>
              </a:ext>
            </a:extLst>
          </p:cNvPr>
          <p:cNvSpPr txBox="1"/>
          <p:nvPr/>
        </p:nvSpPr>
        <p:spPr>
          <a:xfrm>
            <a:off x="1" y="166568"/>
            <a:ext cx="12191999" cy="6524863"/>
          </a:xfrm>
          <a:prstGeom prst="rect">
            <a:avLst/>
          </a:prstGeom>
          <a:noFill/>
        </p:spPr>
        <p:txBody>
          <a:bodyPr wrap="square" rtlCol="0">
            <a:spAutoFit/>
          </a:bodyPr>
          <a:lstStyle/>
          <a:p>
            <a:r>
              <a:rPr lang="en-US" sz="2000" b="1" dirty="0"/>
              <a:t>1. Aim</a:t>
            </a:r>
          </a:p>
          <a:p>
            <a:r>
              <a:rPr lang="en-US" sz="2000" dirty="0"/>
              <a:t>The aim of this project is to assess and improve the security of personal devices used by employees to access the law firm's information, ensuring that confidential client data is protected from unauthorized access, theft and loss.</a:t>
            </a:r>
          </a:p>
          <a:p>
            <a:r>
              <a:rPr lang="en-US" sz="2000" b="1" dirty="0"/>
              <a:t>2. Objectives</a:t>
            </a:r>
          </a:p>
          <a:p>
            <a:pPr marL="342900" indent="-342900">
              <a:buFont typeface="Arial" panose="020B0604020202020204" pitchFamily="34" charset="0"/>
              <a:buChar char="•"/>
            </a:pPr>
            <a:r>
              <a:rPr lang="en-US" sz="2000" b="1" dirty="0"/>
              <a:t> Evaluate the existing security posture.</a:t>
            </a:r>
            <a:endParaRPr lang="en-US" sz="2000" dirty="0"/>
          </a:p>
          <a:p>
            <a:r>
              <a:rPr lang="en-US" sz="2000" dirty="0"/>
              <a:t>This involves examining the firm's current security practices, including password protection, device encryption, software updates, access controls and staff awareness, to determine how well its information is protected.</a:t>
            </a:r>
          </a:p>
          <a:p>
            <a:pPr marL="342900" indent="-342900">
              <a:buFont typeface="Arial" panose="020B0604020202020204" pitchFamily="34" charset="0"/>
              <a:buChar char="•"/>
            </a:pPr>
            <a:r>
              <a:rPr lang="en-US" sz="2000" b="1" dirty="0"/>
              <a:t> Identify and assess security risks.</a:t>
            </a:r>
            <a:endParaRPr lang="en-US" sz="2000" dirty="0"/>
          </a:p>
          <a:p>
            <a:r>
              <a:rPr lang="en-US" sz="2000" dirty="0"/>
              <a:t>This involves identifying threats such as password theft, phishing, lost devices, malware and unauthorized access. Each risk is assessed according to its likelihood and potential impact and classified as low, medium, high or critical.</a:t>
            </a:r>
          </a:p>
          <a:p>
            <a:pPr marL="342900" indent="-342900">
              <a:buFont typeface="Arial" panose="020B0604020202020204" pitchFamily="34" charset="0"/>
              <a:buChar char="•"/>
            </a:pPr>
            <a:r>
              <a:rPr lang="en-US" sz="2000" b="1" dirty="0"/>
              <a:t> Apply NIST CSF 2.0 and relevant NDPA 2023 requirements.</a:t>
            </a:r>
            <a:endParaRPr lang="en-US" sz="2000" dirty="0"/>
          </a:p>
          <a:p>
            <a:r>
              <a:rPr lang="en-US" sz="2000" dirty="0"/>
              <a:t>The NIST Cybersecurity Framework is used to assess and manage cybersecurity risks through its six functions: Govern, Identify, Protect, Detect, Respond and Recover. The Nigeria Data Protection Act (NDPA) 2023 is used to assess relevant personal-data protection and privacy obligations.</a:t>
            </a:r>
          </a:p>
          <a:p>
            <a:pPr marL="342900" indent="-342900">
              <a:buFont typeface="Arial" panose="020B0604020202020204" pitchFamily="34" charset="0"/>
              <a:buChar char="•"/>
            </a:pPr>
            <a:r>
              <a:rPr lang="en-US" sz="2000" b="1" dirty="0"/>
              <a:t>Recommend appropriate security controls and policies.</a:t>
            </a:r>
            <a:endParaRPr lang="en-US" sz="2000" dirty="0"/>
          </a:p>
          <a:p>
            <a:r>
              <a:rPr lang="en-US" sz="2000" dirty="0"/>
              <a:t>Based on the identified risks, recommend measures such as multi-factor authentication, device encryption, secure backups, mobile device management, staff training and a formal BYOD policy to improve the firm's security.</a:t>
            </a:r>
          </a:p>
          <a:p>
            <a:endParaRPr lang="en-US" dirty="0"/>
          </a:p>
        </p:txBody>
      </p:sp>
    </p:spTree>
    <p:extLst>
      <p:ext uri="{BB962C8B-B14F-4D97-AF65-F5344CB8AC3E}">
        <p14:creationId xmlns:p14="http://schemas.microsoft.com/office/powerpoint/2010/main" val="35665326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4" name="Rectangle: Diagonal Corners Rounded 3">
            <a:extLst>
              <a:ext uri="{FF2B5EF4-FFF2-40B4-BE49-F238E27FC236}">
                <a16:creationId xmlns:a16="http://schemas.microsoft.com/office/drawing/2014/main" id="{40F414F1-25D7-A610-7B3B-3592CE183454}"/>
              </a:ext>
            </a:extLst>
          </p:cNvPr>
          <p:cNvSpPr/>
          <p:nvPr/>
        </p:nvSpPr>
        <p:spPr>
          <a:xfrm>
            <a:off x="7609490" y="4908331"/>
            <a:ext cx="4364841" cy="1797269"/>
          </a:xfrm>
          <a:prstGeom prst="round2DiagRect">
            <a:avLst/>
          </a:prstGeom>
          <a:solidFill>
            <a:schemeClr val="tx1">
              <a:alpha val="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5ED46B8-84C4-9DBD-30A9-0DBE619C8329}"/>
              </a:ext>
            </a:extLst>
          </p:cNvPr>
          <p:cNvSpPr>
            <a:spLocks noGrp="1"/>
          </p:cNvSpPr>
          <p:nvPr>
            <p:ph type="title"/>
          </p:nvPr>
        </p:nvSpPr>
        <p:spPr>
          <a:xfrm>
            <a:off x="481861" y="0"/>
            <a:ext cx="9830017" cy="731520"/>
          </a:xfrm>
        </p:spPr>
        <p:txBody>
          <a:bodyPr>
            <a:normAutofit/>
          </a:bodyPr>
          <a:lstStyle/>
          <a:p>
            <a:r>
              <a:rPr lang="en-US" sz="4400" b="1" dirty="0"/>
              <a:t>PRE-ASSESSMENT SURVEY</a:t>
            </a:r>
          </a:p>
        </p:txBody>
      </p:sp>
      <p:sp>
        <p:nvSpPr>
          <p:cNvPr id="3" name="Content Placeholder 2">
            <a:extLst>
              <a:ext uri="{FF2B5EF4-FFF2-40B4-BE49-F238E27FC236}">
                <a16:creationId xmlns:a16="http://schemas.microsoft.com/office/drawing/2014/main" id="{23CD6403-B2CB-6EDB-6CA8-9DD3FBD24C29}"/>
              </a:ext>
            </a:extLst>
          </p:cNvPr>
          <p:cNvSpPr>
            <a:spLocks noGrp="1"/>
          </p:cNvSpPr>
          <p:nvPr>
            <p:ph sz="quarter" idx="13"/>
          </p:nvPr>
        </p:nvSpPr>
        <p:spPr>
          <a:xfrm>
            <a:off x="217669" y="855541"/>
            <a:ext cx="11402568" cy="4799024"/>
          </a:xfrm>
        </p:spPr>
        <p:txBody>
          <a:bodyPr/>
          <a:lstStyle/>
          <a:p>
            <a:pPr lvl="0"/>
            <a:r>
              <a:rPr lang="en-US" sz="3200" dirty="0"/>
              <a:t>Device and password security. - Yes</a:t>
            </a:r>
          </a:p>
          <a:p>
            <a:pPr lvl="0"/>
            <a:r>
              <a:rPr lang="en-US" sz="3200" dirty="0"/>
              <a:t>Client data protection. - Yes</a:t>
            </a:r>
          </a:p>
          <a:p>
            <a:pPr lvl="0"/>
            <a:r>
              <a:rPr lang="en-US" sz="3200" dirty="0"/>
              <a:t>Phishing and staff awareness. - No</a:t>
            </a:r>
          </a:p>
          <a:p>
            <a:pPr lvl="0"/>
            <a:r>
              <a:rPr lang="en-US" sz="3200" dirty="0"/>
              <a:t>Access control. - No</a:t>
            </a:r>
          </a:p>
          <a:p>
            <a:pPr lvl="0"/>
            <a:r>
              <a:rPr lang="en-US" sz="3200" dirty="0"/>
              <a:t>Incident response and backups.- No</a:t>
            </a:r>
          </a:p>
          <a:p>
            <a:pPr lvl="0"/>
            <a:r>
              <a:rPr lang="en-US" sz="3200" dirty="0"/>
              <a:t>Policies and privacy compliance. - Yes</a:t>
            </a:r>
          </a:p>
          <a:p>
            <a:endParaRPr lang="en-US" dirty="0"/>
          </a:p>
        </p:txBody>
      </p:sp>
    </p:spTree>
    <p:extLst>
      <p:ext uri="{BB962C8B-B14F-4D97-AF65-F5344CB8AC3E}">
        <p14:creationId xmlns:p14="http://schemas.microsoft.com/office/powerpoint/2010/main" val="14184966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3">
            <a:lum/>
            <a:extLst>
              <a:ext uri="{837473B0-CC2E-450A-ABE3-18F120FF3D39}">
                <a1611:picAttrSrcUrl xmlns:a1611="http://schemas.microsoft.com/office/drawing/2016/11/main" r:id="rId4"/>
              </a:ext>
            </a:extLst>
          </a:blip>
          <a:srcRect/>
          <a:stretch>
            <a:fillRect t="-9000" b="-9000"/>
          </a:stretch>
        </a:blipFill>
        <a:effectLst/>
      </p:bgPr>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77610683-4559-34CA-DDC0-E4F8A9E2346B}"/>
              </a:ext>
            </a:extLst>
          </p:cNvPr>
          <p:cNvSpPr txBox="1"/>
          <p:nvPr/>
        </p:nvSpPr>
        <p:spPr>
          <a:xfrm>
            <a:off x="266638" y="-71566"/>
            <a:ext cx="12191999" cy="646331"/>
          </a:xfrm>
          <a:prstGeom prst="rect">
            <a:avLst/>
          </a:prstGeom>
          <a:noFill/>
        </p:spPr>
        <p:txBody>
          <a:bodyPr wrap="square">
            <a:spAutoFit/>
          </a:bodyPr>
          <a:lstStyle/>
          <a:p>
            <a:pPr marL="0" marR="0" indent="0" algn="l">
              <a:spcBef>
                <a:spcPts val="1800"/>
              </a:spcBef>
              <a:buNone/>
            </a:pPr>
            <a:r>
              <a:rPr lang="en-US" sz="3600" b="1" i="0" dirty="0">
                <a:solidFill>
                  <a:schemeClr val="tx1"/>
                </a:solidFill>
                <a:effectLst/>
                <a:latin typeface="+mn-lt"/>
              </a:rPr>
              <a:t>BYOD Security Audit Assessment Table {1-4} {Low-High}.</a:t>
            </a:r>
          </a:p>
        </p:txBody>
      </p:sp>
      <p:graphicFrame>
        <p:nvGraphicFramePr>
          <p:cNvPr id="14" name="Table 13">
            <a:extLst>
              <a:ext uri="{FF2B5EF4-FFF2-40B4-BE49-F238E27FC236}">
                <a16:creationId xmlns:a16="http://schemas.microsoft.com/office/drawing/2014/main" id="{50519CE3-146C-F1E8-CA39-3E956A1DEBFB}"/>
              </a:ext>
            </a:extLst>
          </p:cNvPr>
          <p:cNvGraphicFramePr>
            <a:graphicFrameLocks noGrp="1"/>
          </p:cNvGraphicFramePr>
          <p:nvPr>
            <p:extLst>
              <p:ext uri="{D42A27DB-BD31-4B8C-83A1-F6EECF244321}">
                <p14:modId xmlns:p14="http://schemas.microsoft.com/office/powerpoint/2010/main" val="162221688"/>
              </p:ext>
            </p:extLst>
          </p:nvPr>
        </p:nvGraphicFramePr>
        <p:xfrm>
          <a:off x="1" y="574766"/>
          <a:ext cx="12192000" cy="6283234"/>
        </p:xfrm>
        <a:graphic>
          <a:graphicData uri="http://schemas.openxmlformats.org/drawingml/2006/table">
            <a:tbl>
              <a:tblPr/>
              <a:tblGrid>
                <a:gridCol w="3100530">
                  <a:extLst>
                    <a:ext uri="{9D8B030D-6E8A-4147-A177-3AD203B41FA5}">
                      <a16:colId xmlns:a16="http://schemas.microsoft.com/office/drawing/2014/main" val="17702520"/>
                    </a:ext>
                  </a:extLst>
                </a:gridCol>
                <a:gridCol w="3100530">
                  <a:extLst>
                    <a:ext uri="{9D8B030D-6E8A-4147-A177-3AD203B41FA5}">
                      <a16:colId xmlns:a16="http://schemas.microsoft.com/office/drawing/2014/main" val="373973069"/>
                    </a:ext>
                  </a:extLst>
                </a:gridCol>
                <a:gridCol w="1211950">
                  <a:extLst>
                    <a:ext uri="{9D8B030D-6E8A-4147-A177-3AD203B41FA5}">
                      <a16:colId xmlns:a16="http://schemas.microsoft.com/office/drawing/2014/main" val="1754460342"/>
                    </a:ext>
                  </a:extLst>
                </a:gridCol>
                <a:gridCol w="2069035">
                  <a:extLst>
                    <a:ext uri="{9D8B030D-6E8A-4147-A177-3AD203B41FA5}">
                      <a16:colId xmlns:a16="http://schemas.microsoft.com/office/drawing/2014/main" val="1961259880"/>
                    </a:ext>
                  </a:extLst>
                </a:gridCol>
                <a:gridCol w="2709955">
                  <a:extLst>
                    <a:ext uri="{9D8B030D-6E8A-4147-A177-3AD203B41FA5}">
                      <a16:colId xmlns:a16="http://schemas.microsoft.com/office/drawing/2014/main" val="1644099644"/>
                    </a:ext>
                  </a:extLst>
                </a:gridCol>
              </a:tblGrid>
              <a:tr h="290496">
                <a:tc>
                  <a:txBody>
                    <a:bodyPr/>
                    <a:lstStyle/>
                    <a:p>
                      <a:pPr marL="0" marR="0" algn="l" fontAlgn="t">
                        <a:buNone/>
                      </a:pPr>
                      <a:r>
                        <a:rPr lang="en-US" sz="1600" spc="0" dirty="0">
                          <a:solidFill>
                            <a:srgbClr val="FFFFFF"/>
                          </a:solidFill>
                          <a:effectLst/>
                        </a:rPr>
                        <a:t>Questions asked</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501C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Clients answer</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501C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Risk level</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501C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NIST framework</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501C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Action required</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501C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extLst>
                  <a:ext uri="{0D108BD9-81ED-4DB2-BD59-A6C34878D82A}">
                    <a16:rowId xmlns:a16="http://schemas.microsoft.com/office/drawing/2014/main" val="3766098374"/>
                  </a:ext>
                </a:extLst>
              </a:tr>
              <a:tr h="1749995">
                <a:tc>
                  <a:txBody>
                    <a:bodyPr/>
                    <a:lstStyle/>
                    <a:p>
                      <a:pPr marL="0" marR="0" algn="l" fontAlgn="t">
                        <a:buNone/>
                      </a:pPr>
                      <a:r>
                        <a:rPr lang="en-US" sz="1600" spc="0" dirty="0">
                          <a:solidFill>
                            <a:srgbClr val="FFFFFF"/>
                          </a:solidFill>
                          <a:effectLst/>
                        </a:rPr>
                        <a:t>Are personal devices encrypted and password-protected?</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Yes</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High</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a:solidFill>
                            <a:srgbClr val="FFFFFF"/>
                          </a:solidFill>
                          <a:effectLst/>
                        </a:rPr>
                        <a:t>Protect (PR)</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Enable full-disk encryption and automatic screen locks.</a:t>
                      </a:r>
                    </a:p>
                  </a:txBody>
                  <a:tcPr marL="30829" marR="30829" marT="20553" marB="20553">
                    <a:lnL w="12700" cap="flat" cmpd="sng" algn="ctr">
                      <a:solidFill>
                        <a:srgbClr val="10177C"/>
                      </a:solidFill>
                      <a:prstDash val="solid"/>
                      <a:round/>
                      <a:headEnd type="none" w="med" len="med"/>
                      <a:tailEnd type="none" w="med" len="med"/>
                    </a:lnL>
                    <a:lnR w="12700" cap="flat" cmpd="sng" algn="ctr">
                      <a:solidFill>
                        <a:srgbClr val="1017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00147C"/>
                      </a:solidFill>
                      <a:prstDash val="solid"/>
                      <a:round/>
                      <a:headEnd type="none" w="med" len="med"/>
                      <a:tailEnd type="none" w="med" len="med"/>
                    </a:lnB>
                    <a:noFill/>
                  </a:tcPr>
                </a:tc>
                <a:extLst>
                  <a:ext uri="{0D108BD9-81ED-4DB2-BD59-A6C34878D82A}">
                    <a16:rowId xmlns:a16="http://schemas.microsoft.com/office/drawing/2014/main" val="1119257074"/>
                  </a:ext>
                </a:extLst>
              </a:tr>
              <a:tr h="1749995">
                <a:tc>
                  <a:txBody>
                    <a:bodyPr/>
                    <a:lstStyle/>
                    <a:p>
                      <a:pPr marL="0" marR="0" algn="l" fontAlgn="t">
                        <a:buNone/>
                      </a:pPr>
                      <a:r>
                        <a:rPr lang="en-US" sz="1600" spc="0">
                          <a:solidFill>
                            <a:srgbClr val="FFFFFF"/>
                          </a:solidFill>
                          <a:effectLst/>
                        </a:rPr>
                        <a:t>Are operating systems and applications regularly updated?</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No</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High</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Protect (PR)</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Enable automatic security updates and supported operating systems.</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0014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extLst>
                  <a:ext uri="{0D108BD9-81ED-4DB2-BD59-A6C34878D82A}">
                    <a16:rowId xmlns:a16="http://schemas.microsoft.com/office/drawing/2014/main" val="28486960"/>
                  </a:ext>
                </a:extLst>
              </a:tr>
              <a:tr h="1246374">
                <a:tc>
                  <a:txBody>
                    <a:bodyPr/>
                    <a:lstStyle/>
                    <a:p>
                      <a:pPr marL="0" marR="0" algn="l" fontAlgn="t">
                        <a:buNone/>
                      </a:pPr>
                      <a:r>
                        <a:rPr lang="en-US" sz="1600" spc="0" dirty="0">
                          <a:solidFill>
                            <a:srgbClr val="FFFFFF"/>
                          </a:solidFill>
                          <a:effectLst/>
                        </a:rPr>
                        <a:t>Is access to client files restricted to authorized employees?</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Yes</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High</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a:solidFill>
                            <a:srgbClr val="FFFFFF"/>
                          </a:solidFill>
                          <a:effectLst/>
                        </a:rPr>
                        <a:t>Protect (PR)</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Implement role-based access control and least privilege.</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201A7C"/>
                      </a:solidFill>
                      <a:prstDash val="solid"/>
                      <a:round/>
                      <a:headEnd type="none" w="med" len="med"/>
                      <a:tailEnd type="none" w="med" len="med"/>
                    </a:lnB>
                    <a:noFill/>
                  </a:tcPr>
                </a:tc>
                <a:extLst>
                  <a:ext uri="{0D108BD9-81ED-4DB2-BD59-A6C34878D82A}">
                    <a16:rowId xmlns:a16="http://schemas.microsoft.com/office/drawing/2014/main" val="582141647"/>
                  </a:ext>
                </a:extLst>
              </a:tr>
              <a:tr h="1246374">
                <a:tc>
                  <a:txBody>
                    <a:bodyPr/>
                    <a:lstStyle/>
                    <a:p>
                      <a:pPr marL="0" marR="0" algn="l" fontAlgn="t">
                        <a:buNone/>
                      </a:pPr>
                      <a:r>
                        <a:rPr lang="en-US" sz="1600" spc="0" dirty="0">
                          <a:solidFill>
                            <a:srgbClr val="FFFFFF"/>
                          </a:solidFill>
                          <a:effectLst/>
                        </a:rPr>
                        <a:t>Are former employees' accounts disabled promptly?</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1010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No</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1010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High</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1010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Protect (PR)</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10107C"/>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Establish an employee offboarding and access-revocation procedure.</a:t>
                      </a:r>
                    </a:p>
                  </a:txBody>
                  <a:tcPr marL="30829" marR="30829" marT="20553" marB="20553">
                    <a:lnL w="12700" cap="flat" cmpd="sng" algn="ctr">
                      <a:solidFill>
                        <a:srgbClr val="00147C"/>
                      </a:solidFill>
                      <a:prstDash val="solid"/>
                      <a:round/>
                      <a:headEnd type="none" w="med" len="med"/>
                      <a:tailEnd type="none" w="med" len="med"/>
                    </a:lnL>
                    <a:lnR w="12700" cap="flat" cmpd="sng" algn="ctr">
                      <a:solidFill>
                        <a:srgbClr val="00147C"/>
                      </a:solidFill>
                      <a:prstDash val="solid"/>
                      <a:round/>
                      <a:headEnd type="none" w="med" len="med"/>
                      <a:tailEnd type="none" w="med" len="med"/>
                    </a:lnR>
                    <a:lnT w="12700" cap="flat" cmpd="sng" algn="ctr">
                      <a:solidFill>
                        <a:srgbClr val="201A7C"/>
                      </a:solidFill>
                      <a:prstDash val="solid"/>
                      <a:round/>
                      <a:headEnd type="none" w="med" len="med"/>
                      <a:tailEnd type="none" w="med" len="med"/>
                    </a:lnT>
                    <a:lnB w="12700" cap="flat" cmpd="sng" algn="ctr">
                      <a:solidFill>
                        <a:srgbClr val="10107C"/>
                      </a:solidFill>
                      <a:prstDash val="solid"/>
                      <a:round/>
                      <a:headEnd type="none" w="med" len="med"/>
                      <a:tailEnd type="none" w="med" len="med"/>
                    </a:lnB>
                    <a:noFill/>
                  </a:tcPr>
                </a:tc>
                <a:extLst>
                  <a:ext uri="{0D108BD9-81ED-4DB2-BD59-A6C34878D82A}">
                    <a16:rowId xmlns:a16="http://schemas.microsoft.com/office/drawing/2014/main" val="477032065"/>
                  </a:ext>
                </a:extLst>
              </a:tr>
            </a:tbl>
          </a:graphicData>
        </a:graphic>
      </p:graphicFrame>
    </p:spTree>
    <p:extLst>
      <p:ext uri="{BB962C8B-B14F-4D97-AF65-F5344CB8AC3E}">
        <p14:creationId xmlns:p14="http://schemas.microsoft.com/office/powerpoint/2010/main" val="34838068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55AD8DE8-5015-FFD4-A4C0-5F59594092A4}"/>
              </a:ext>
            </a:extLst>
          </p:cNvPr>
          <p:cNvGraphicFramePr>
            <a:graphicFrameLocks noGrp="1"/>
          </p:cNvGraphicFramePr>
          <p:nvPr>
            <p:extLst>
              <p:ext uri="{D42A27DB-BD31-4B8C-83A1-F6EECF244321}">
                <p14:modId xmlns:p14="http://schemas.microsoft.com/office/powerpoint/2010/main" val="1053606821"/>
              </p:ext>
            </p:extLst>
          </p:nvPr>
        </p:nvGraphicFramePr>
        <p:xfrm>
          <a:off x="0" y="0"/>
          <a:ext cx="12192000" cy="6857999"/>
        </p:xfrm>
        <a:graphic>
          <a:graphicData uri="http://schemas.openxmlformats.org/drawingml/2006/table">
            <a:tbl>
              <a:tblPr/>
              <a:tblGrid>
                <a:gridCol w="2438400">
                  <a:extLst>
                    <a:ext uri="{9D8B030D-6E8A-4147-A177-3AD203B41FA5}">
                      <a16:colId xmlns:a16="http://schemas.microsoft.com/office/drawing/2014/main" val="1614414344"/>
                    </a:ext>
                  </a:extLst>
                </a:gridCol>
                <a:gridCol w="2438400">
                  <a:extLst>
                    <a:ext uri="{9D8B030D-6E8A-4147-A177-3AD203B41FA5}">
                      <a16:colId xmlns:a16="http://schemas.microsoft.com/office/drawing/2014/main" val="4050694705"/>
                    </a:ext>
                  </a:extLst>
                </a:gridCol>
                <a:gridCol w="2438400">
                  <a:extLst>
                    <a:ext uri="{9D8B030D-6E8A-4147-A177-3AD203B41FA5}">
                      <a16:colId xmlns:a16="http://schemas.microsoft.com/office/drawing/2014/main" val="4267646607"/>
                    </a:ext>
                  </a:extLst>
                </a:gridCol>
                <a:gridCol w="2438400">
                  <a:extLst>
                    <a:ext uri="{9D8B030D-6E8A-4147-A177-3AD203B41FA5}">
                      <a16:colId xmlns:a16="http://schemas.microsoft.com/office/drawing/2014/main" val="1664098988"/>
                    </a:ext>
                  </a:extLst>
                </a:gridCol>
                <a:gridCol w="2438400">
                  <a:extLst>
                    <a:ext uri="{9D8B030D-6E8A-4147-A177-3AD203B41FA5}">
                      <a16:colId xmlns:a16="http://schemas.microsoft.com/office/drawing/2014/main" val="829102581"/>
                    </a:ext>
                  </a:extLst>
                </a:gridCol>
              </a:tblGrid>
              <a:tr h="1153226">
                <a:tc>
                  <a:txBody>
                    <a:bodyPr/>
                    <a:lstStyle/>
                    <a:p>
                      <a:pPr marL="0" marR="0" algn="l" fontAlgn="t">
                        <a:buNone/>
                      </a:pPr>
                      <a:r>
                        <a:rPr lang="en-US" sz="1600" spc="0">
                          <a:solidFill>
                            <a:srgbClr val="FFFFFF"/>
                          </a:solidFill>
                          <a:effectLst/>
                        </a:rPr>
                        <a:t>Are client files stored in approved and secure locations?</a:t>
                      </a:r>
                    </a:p>
                  </a:txBody>
                  <a:tcPr marL="30829" marR="30829" marT="20553" marB="20553">
                    <a:lnL w="12700" cap="flat" cmpd="sng" algn="ctr">
                      <a:solidFill>
                        <a:srgbClr val="600E75"/>
                      </a:solidFill>
                      <a:prstDash val="solid"/>
                      <a:round/>
                      <a:headEnd type="none" w="med" len="med"/>
                      <a:tailEnd type="none" w="med" len="med"/>
                    </a:lnL>
                    <a:lnR w="12700" cap="flat" cmpd="sng" algn="ctr">
                      <a:solidFill>
                        <a:srgbClr val="600E75"/>
                      </a:solidFill>
                      <a:prstDash val="solid"/>
                      <a:round/>
                      <a:headEnd type="none" w="med" len="med"/>
                      <a:tailEnd type="none" w="med" len="med"/>
                    </a:lnR>
                    <a:lnT w="12700" cap="flat" cmpd="sng" algn="ctr">
                      <a:solidFill>
                        <a:srgbClr val="600E75"/>
                      </a:solidFill>
                      <a:prstDash val="solid"/>
                      <a:round/>
                      <a:headEnd type="none" w="med" len="med"/>
                      <a:tailEnd type="none" w="med" len="med"/>
                    </a:lnT>
                    <a:lnB w="12700" cap="flat" cmpd="sng" algn="ctr">
                      <a:solidFill>
                        <a:srgbClr val="700A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YES</a:t>
                      </a:r>
                    </a:p>
                  </a:txBody>
                  <a:tcPr marL="30829" marR="30829" marT="20553" marB="20553">
                    <a:lnL w="12700" cap="flat" cmpd="sng" algn="ctr">
                      <a:solidFill>
                        <a:srgbClr val="600E75"/>
                      </a:solidFill>
                      <a:prstDash val="solid"/>
                      <a:round/>
                      <a:headEnd type="none" w="med" len="med"/>
                      <a:tailEnd type="none" w="med" len="med"/>
                    </a:lnL>
                    <a:lnR w="12700" cap="flat" cmpd="sng" algn="ctr">
                      <a:solidFill>
                        <a:srgbClr val="600E75"/>
                      </a:solidFill>
                      <a:prstDash val="solid"/>
                      <a:round/>
                      <a:headEnd type="none" w="med" len="med"/>
                      <a:tailEnd type="none" w="med" len="med"/>
                    </a:lnR>
                    <a:lnT w="12700" cap="flat" cmpd="sng" algn="ctr">
                      <a:solidFill>
                        <a:srgbClr val="600E75"/>
                      </a:solidFill>
                      <a:prstDash val="solid"/>
                      <a:round/>
                      <a:headEnd type="none" w="med" len="med"/>
                      <a:tailEnd type="none" w="med" len="med"/>
                    </a:lnT>
                    <a:lnB w="12700" cap="flat" cmpd="sng" algn="ctr">
                      <a:solidFill>
                        <a:srgbClr val="700A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a:t>
                      </a:r>
                      <a:r>
                        <a:rPr lang="en-US" sz="1600" b="0" spc="0" dirty="0">
                          <a:solidFill>
                            <a:srgbClr val="FFFFFF"/>
                          </a:solidFill>
                          <a:effectLst/>
                        </a:rPr>
                        <a:t>High</a:t>
                      </a:r>
                      <a:endParaRPr lang="en-US" sz="1600" spc="0" dirty="0">
                        <a:solidFill>
                          <a:srgbClr val="FFFFFF"/>
                        </a:solidFill>
                        <a:effectLst/>
                      </a:endParaRPr>
                    </a:p>
                  </a:txBody>
                  <a:tcPr marL="30829" marR="30829" marT="20553" marB="20553">
                    <a:lnL w="12700" cap="flat" cmpd="sng" algn="ctr">
                      <a:solidFill>
                        <a:srgbClr val="600E75"/>
                      </a:solidFill>
                      <a:prstDash val="solid"/>
                      <a:round/>
                      <a:headEnd type="none" w="med" len="med"/>
                      <a:tailEnd type="none" w="med" len="med"/>
                    </a:lnL>
                    <a:lnR w="12700" cap="flat" cmpd="sng" algn="ctr">
                      <a:solidFill>
                        <a:srgbClr val="600E75"/>
                      </a:solidFill>
                      <a:prstDash val="solid"/>
                      <a:round/>
                      <a:headEnd type="none" w="med" len="med"/>
                      <a:tailEnd type="none" w="med" len="med"/>
                    </a:lnR>
                    <a:lnT w="12700" cap="flat" cmpd="sng" algn="ctr">
                      <a:solidFill>
                        <a:srgbClr val="600E75"/>
                      </a:solidFill>
                      <a:prstDash val="solid"/>
                      <a:round/>
                      <a:headEnd type="none" w="med" len="med"/>
                      <a:tailEnd type="none" w="med" len="med"/>
                    </a:lnT>
                    <a:lnB w="12700" cap="flat" cmpd="sng" algn="ctr">
                      <a:solidFill>
                        <a:srgbClr val="700A75"/>
                      </a:solidFill>
                      <a:prstDash val="solid"/>
                      <a:round/>
                      <a:headEnd type="none" w="med" len="med"/>
                      <a:tailEnd type="none" w="med" len="med"/>
                    </a:lnB>
                    <a:noFill/>
                  </a:tcPr>
                </a:tc>
                <a:tc>
                  <a:txBody>
                    <a:bodyPr/>
                    <a:lstStyle/>
                    <a:p>
                      <a:pPr marL="0" marR="0" algn="l" fontAlgn="t">
                        <a:buNone/>
                      </a:pPr>
                      <a:r>
                        <a:rPr lang="en-US" sz="1600" spc="0">
                          <a:solidFill>
                            <a:srgbClr val="FFFFFF"/>
                          </a:solidFill>
                          <a:effectLst/>
                        </a:rPr>
                        <a:t>Protect (PR)</a:t>
                      </a:r>
                    </a:p>
                  </a:txBody>
                  <a:tcPr marL="30829" marR="30829" marT="20553" marB="20553">
                    <a:lnL w="12700" cap="flat" cmpd="sng" algn="ctr">
                      <a:solidFill>
                        <a:srgbClr val="600E75"/>
                      </a:solidFill>
                      <a:prstDash val="solid"/>
                      <a:round/>
                      <a:headEnd type="none" w="med" len="med"/>
                      <a:tailEnd type="none" w="med" len="med"/>
                    </a:lnL>
                    <a:lnR w="12700" cap="flat" cmpd="sng" algn="ctr">
                      <a:solidFill>
                        <a:srgbClr val="600E75"/>
                      </a:solidFill>
                      <a:prstDash val="solid"/>
                      <a:round/>
                      <a:headEnd type="none" w="med" len="med"/>
                      <a:tailEnd type="none" w="med" len="med"/>
                    </a:lnR>
                    <a:lnT w="12700" cap="flat" cmpd="sng" algn="ctr">
                      <a:solidFill>
                        <a:srgbClr val="600E75"/>
                      </a:solidFill>
                      <a:prstDash val="solid"/>
                      <a:round/>
                      <a:headEnd type="none" w="med" len="med"/>
                      <a:tailEnd type="none" w="med" len="med"/>
                    </a:lnT>
                    <a:lnB w="12700" cap="flat" cmpd="sng" algn="ctr">
                      <a:solidFill>
                        <a:srgbClr val="700A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Use access-controlled cloud storage and encryption.</a:t>
                      </a:r>
                    </a:p>
                  </a:txBody>
                  <a:tcPr marL="30829" marR="30829" marT="20553" marB="20553">
                    <a:lnL w="12700" cap="flat" cmpd="sng" algn="ctr">
                      <a:solidFill>
                        <a:srgbClr val="600E75"/>
                      </a:solidFill>
                      <a:prstDash val="solid"/>
                      <a:round/>
                      <a:headEnd type="none" w="med" len="med"/>
                      <a:tailEnd type="none" w="med" len="med"/>
                    </a:lnL>
                    <a:lnR w="12700" cap="flat" cmpd="sng" algn="ctr">
                      <a:solidFill>
                        <a:srgbClr val="600E75"/>
                      </a:solidFill>
                      <a:prstDash val="solid"/>
                      <a:round/>
                      <a:headEnd type="none" w="med" len="med"/>
                      <a:tailEnd type="none" w="med" len="med"/>
                    </a:lnR>
                    <a:lnT w="12700" cap="flat" cmpd="sng" algn="ctr">
                      <a:solidFill>
                        <a:srgbClr val="600E75"/>
                      </a:solidFill>
                      <a:prstDash val="solid"/>
                      <a:round/>
                      <a:headEnd type="none" w="med" len="med"/>
                      <a:tailEnd type="none" w="med" len="med"/>
                    </a:lnT>
                    <a:lnB w="12700" cap="flat" cmpd="sng" algn="ctr">
                      <a:solidFill>
                        <a:srgbClr val="700A75"/>
                      </a:solidFill>
                      <a:prstDash val="solid"/>
                      <a:round/>
                      <a:headEnd type="none" w="med" len="med"/>
                      <a:tailEnd type="none" w="med" len="med"/>
                    </a:lnB>
                    <a:noFill/>
                  </a:tcPr>
                </a:tc>
                <a:extLst>
                  <a:ext uri="{0D108BD9-81ED-4DB2-BD59-A6C34878D82A}">
                    <a16:rowId xmlns:a16="http://schemas.microsoft.com/office/drawing/2014/main" val="1309400906"/>
                  </a:ext>
                </a:extLst>
              </a:tr>
              <a:tr h="1517182">
                <a:tc>
                  <a:txBody>
                    <a:bodyPr/>
                    <a:lstStyle/>
                    <a:p>
                      <a:pPr marL="0" marR="0" algn="l" fontAlgn="t">
                        <a:buNone/>
                      </a:pPr>
                      <a:r>
                        <a:rPr lang="en-US" sz="1600" spc="0">
                          <a:solidFill>
                            <a:srgbClr val="FFFFFF"/>
                          </a:solidFill>
                          <a:effectLst/>
                        </a:rPr>
                        <a:t>Can the firm revoke access or remove work data when a device is lost?</a:t>
                      </a:r>
                    </a:p>
                  </a:txBody>
                  <a:tcPr marL="30829" marR="30829" marT="20553" marB="20553">
                    <a:lnL w="12700" cap="flat" cmpd="sng" algn="ctr">
                      <a:solidFill>
                        <a:srgbClr val="700A75"/>
                      </a:solidFill>
                      <a:prstDash val="solid"/>
                      <a:round/>
                      <a:headEnd type="none" w="med" len="med"/>
                      <a:tailEnd type="none" w="med" len="med"/>
                    </a:lnL>
                    <a:lnR w="12700" cap="flat" cmpd="sng" algn="ctr">
                      <a:solidFill>
                        <a:srgbClr val="700A75"/>
                      </a:solidFill>
                      <a:prstDash val="solid"/>
                      <a:round/>
                      <a:headEnd type="none" w="med" len="med"/>
                      <a:tailEnd type="none" w="med" len="med"/>
                    </a:lnR>
                    <a:lnT w="12700" cap="flat" cmpd="sng" algn="ctr">
                      <a:solidFill>
                        <a:srgbClr val="700A75"/>
                      </a:solidFill>
                      <a:prstDash val="solid"/>
                      <a:round/>
                      <a:headEnd type="none" w="med" len="med"/>
                      <a:tailEnd type="none" w="med" len="med"/>
                    </a:lnT>
                    <a:lnB w="12700" cap="flat" cmpd="sng" algn="ctr">
                      <a:solidFill>
                        <a:srgbClr val="A005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NO</a:t>
                      </a:r>
                    </a:p>
                  </a:txBody>
                  <a:tcPr marL="30829" marR="30829" marT="20553" marB="20553">
                    <a:lnL w="12700" cap="flat" cmpd="sng" algn="ctr">
                      <a:solidFill>
                        <a:srgbClr val="700A75"/>
                      </a:solidFill>
                      <a:prstDash val="solid"/>
                      <a:round/>
                      <a:headEnd type="none" w="med" len="med"/>
                      <a:tailEnd type="none" w="med" len="med"/>
                    </a:lnL>
                    <a:lnR w="12700" cap="flat" cmpd="sng" algn="ctr">
                      <a:solidFill>
                        <a:srgbClr val="700A75"/>
                      </a:solidFill>
                      <a:prstDash val="solid"/>
                      <a:round/>
                      <a:headEnd type="none" w="med" len="med"/>
                      <a:tailEnd type="none" w="med" len="med"/>
                    </a:lnR>
                    <a:lnT w="12700" cap="flat" cmpd="sng" algn="ctr">
                      <a:solidFill>
                        <a:srgbClr val="700A75"/>
                      </a:solidFill>
                      <a:prstDash val="solid"/>
                      <a:round/>
                      <a:headEnd type="none" w="med" len="med"/>
                      <a:tailEnd type="none" w="med" len="med"/>
                    </a:lnT>
                    <a:lnB w="12700" cap="flat" cmpd="sng" algn="ctr">
                      <a:solidFill>
                        <a:srgbClr val="A005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a:t>
                      </a:r>
                      <a:r>
                        <a:rPr lang="en-US" sz="1600" b="0" spc="0" dirty="0">
                          <a:solidFill>
                            <a:srgbClr val="FFFFFF"/>
                          </a:solidFill>
                          <a:effectLst/>
                        </a:rPr>
                        <a:t>High</a:t>
                      </a:r>
                      <a:endParaRPr lang="en-US" sz="1600" spc="0" dirty="0">
                        <a:solidFill>
                          <a:srgbClr val="FFFFFF"/>
                        </a:solidFill>
                        <a:effectLst/>
                      </a:endParaRPr>
                    </a:p>
                  </a:txBody>
                  <a:tcPr marL="30829" marR="30829" marT="20553" marB="20553">
                    <a:lnL w="12700" cap="flat" cmpd="sng" algn="ctr">
                      <a:solidFill>
                        <a:srgbClr val="700A75"/>
                      </a:solidFill>
                      <a:prstDash val="solid"/>
                      <a:round/>
                      <a:headEnd type="none" w="med" len="med"/>
                      <a:tailEnd type="none" w="med" len="med"/>
                    </a:lnL>
                    <a:lnR w="12700" cap="flat" cmpd="sng" algn="ctr">
                      <a:solidFill>
                        <a:srgbClr val="700A75"/>
                      </a:solidFill>
                      <a:prstDash val="solid"/>
                      <a:round/>
                      <a:headEnd type="none" w="med" len="med"/>
                      <a:tailEnd type="none" w="med" len="med"/>
                    </a:lnR>
                    <a:lnT w="12700" cap="flat" cmpd="sng" algn="ctr">
                      <a:solidFill>
                        <a:srgbClr val="700A75"/>
                      </a:solidFill>
                      <a:prstDash val="solid"/>
                      <a:round/>
                      <a:headEnd type="none" w="med" len="med"/>
                      <a:tailEnd type="none" w="med" len="med"/>
                    </a:lnT>
                    <a:lnB w="12700" cap="flat" cmpd="sng" algn="ctr">
                      <a:solidFill>
                        <a:srgbClr val="A005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Respond (RS), Protect (PR)</a:t>
                      </a:r>
                    </a:p>
                  </a:txBody>
                  <a:tcPr marL="30829" marR="30829" marT="20553" marB="20553">
                    <a:lnL w="12700" cap="flat" cmpd="sng" algn="ctr">
                      <a:solidFill>
                        <a:srgbClr val="700A75"/>
                      </a:solidFill>
                      <a:prstDash val="solid"/>
                      <a:round/>
                      <a:headEnd type="none" w="med" len="med"/>
                      <a:tailEnd type="none" w="med" len="med"/>
                    </a:lnL>
                    <a:lnR w="12700" cap="flat" cmpd="sng" algn="ctr">
                      <a:solidFill>
                        <a:srgbClr val="700A75"/>
                      </a:solidFill>
                      <a:prstDash val="solid"/>
                      <a:round/>
                      <a:headEnd type="none" w="med" len="med"/>
                      <a:tailEnd type="none" w="med" len="med"/>
                    </a:lnR>
                    <a:lnT w="12700" cap="flat" cmpd="sng" algn="ctr">
                      <a:solidFill>
                        <a:srgbClr val="700A75"/>
                      </a:solidFill>
                      <a:prstDash val="solid"/>
                      <a:round/>
                      <a:headEnd type="none" w="med" len="med"/>
                      <a:tailEnd type="none" w="med" len="med"/>
                    </a:lnT>
                    <a:lnB w="12700" cap="flat" cmpd="sng" algn="ctr">
                      <a:solidFill>
                        <a:srgbClr val="A005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Implement mobile device or application management (MDM/MAM).</a:t>
                      </a:r>
                    </a:p>
                  </a:txBody>
                  <a:tcPr marL="30829" marR="30829" marT="20553" marB="20553">
                    <a:lnL w="12700" cap="flat" cmpd="sng" algn="ctr">
                      <a:solidFill>
                        <a:srgbClr val="700A75"/>
                      </a:solidFill>
                      <a:prstDash val="solid"/>
                      <a:round/>
                      <a:headEnd type="none" w="med" len="med"/>
                      <a:tailEnd type="none" w="med" len="med"/>
                    </a:lnL>
                    <a:lnR w="12700" cap="flat" cmpd="sng" algn="ctr">
                      <a:solidFill>
                        <a:srgbClr val="700A75"/>
                      </a:solidFill>
                      <a:prstDash val="solid"/>
                      <a:round/>
                      <a:headEnd type="none" w="med" len="med"/>
                      <a:tailEnd type="none" w="med" len="med"/>
                    </a:lnR>
                    <a:lnT w="12700" cap="flat" cmpd="sng" algn="ctr">
                      <a:solidFill>
                        <a:srgbClr val="700A75"/>
                      </a:solidFill>
                      <a:prstDash val="solid"/>
                      <a:round/>
                      <a:headEnd type="none" w="med" len="med"/>
                      <a:tailEnd type="none" w="med" len="med"/>
                    </a:lnT>
                    <a:lnB w="12700" cap="flat" cmpd="sng" algn="ctr">
                      <a:solidFill>
                        <a:srgbClr val="A00575"/>
                      </a:solidFill>
                      <a:prstDash val="solid"/>
                      <a:round/>
                      <a:headEnd type="none" w="med" len="med"/>
                      <a:tailEnd type="none" w="med" len="med"/>
                    </a:lnB>
                    <a:noFill/>
                  </a:tcPr>
                </a:tc>
                <a:extLst>
                  <a:ext uri="{0D108BD9-81ED-4DB2-BD59-A6C34878D82A}">
                    <a16:rowId xmlns:a16="http://schemas.microsoft.com/office/drawing/2014/main" val="2260228023"/>
                  </a:ext>
                </a:extLst>
              </a:tr>
              <a:tr h="1153226">
                <a:tc>
                  <a:txBody>
                    <a:bodyPr/>
                    <a:lstStyle/>
                    <a:p>
                      <a:pPr marL="0" marR="0" algn="l" fontAlgn="t">
                        <a:buNone/>
                      </a:pPr>
                      <a:r>
                        <a:rPr lang="en-US" sz="1600" spc="0" dirty="0">
                          <a:solidFill>
                            <a:srgbClr val="FFFFFF"/>
                          </a:solidFill>
                          <a:effectLst/>
                        </a:rPr>
                        <a:t>Are security incidents reported and investigated?</a:t>
                      </a:r>
                    </a:p>
                  </a:txBody>
                  <a:tcPr marL="30829" marR="30829" marT="20553" marB="20553">
                    <a:lnL w="12700" cap="flat" cmpd="sng" algn="ctr">
                      <a:solidFill>
                        <a:srgbClr val="A00575"/>
                      </a:solidFill>
                      <a:prstDash val="solid"/>
                      <a:round/>
                      <a:headEnd type="none" w="med" len="med"/>
                      <a:tailEnd type="none" w="med" len="med"/>
                    </a:lnL>
                    <a:lnR w="12700" cap="flat" cmpd="sng" algn="ctr">
                      <a:solidFill>
                        <a:srgbClr val="A00575"/>
                      </a:solidFill>
                      <a:prstDash val="solid"/>
                      <a:round/>
                      <a:headEnd type="none" w="med" len="med"/>
                      <a:tailEnd type="none" w="med" len="med"/>
                    </a:lnR>
                    <a:lnT w="12700" cap="flat" cmpd="sng" algn="ctr">
                      <a:solidFill>
                        <a:srgbClr val="A005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NO</a:t>
                      </a:r>
                    </a:p>
                  </a:txBody>
                  <a:tcPr marL="30829" marR="30829" marT="20553" marB="20553">
                    <a:lnL w="12700" cap="flat" cmpd="sng" algn="ctr">
                      <a:solidFill>
                        <a:srgbClr val="A00575"/>
                      </a:solidFill>
                      <a:prstDash val="solid"/>
                      <a:round/>
                      <a:headEnd type="none" w="med" len="med"/>
                      <a:tailEnd type="none" w="med" len="med"/>
                    </a:lnL>
                    <a:lnR w="12700" cap="flat" cmpd="sng" algn="ctr">
                      <a:solidFill>
                        <a:srgbClr val="A00575"/>
                      </a:solidFill>
                      <a:prstDash val="solid"/>
                      <a:round/>
                      <a:headEnd type="none" w="med" len="med"/>
                      <a:tailEnd type="none" w="med" len="med"/>
                    </a:lnR>
                    <a:lnT w="12700" cap="flat" cmpd="sng" algn="ctr">
                      <a:solidFill>
                        <a:srgbClr val="A005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a:t>
                      </a:r>
                      <a:r>
                        <a:rPr lang="en-US" sz="1600" b="0" spc="0" dirty="0">
                          <a:solidFill>
                            <a:srgbClr val="FFFFFF"/>
                          </a:solidFill>
                          <a:effectLst/>
                        </a:rPr>
                        <a:t>High</a:t>
                      </a:r>
                      <a:endParaRPr lang="en-US" sz="1600" spc="0" dirty="0">
                        <a:solidFill>
                          <a:srgbClr val="FFFFFF"/>
                        </a:solidFill>
                        <a:effectLst/>
                      </a:endParaRPr>
                    </a:p>
                    <a:p>
                      <a:pPr marL="0" marR="0" algn="l" fontAlgn="t">
                        <a:buNone/>
                      </a:pPr>
                      <a:endParaRPr lang="en-US" sz="1600" spc="0" dirty="0">
                        <a:solidFill>
                          <a:srgbClr val="FFFFFF"/>
                        </a:solidFill>
                        <a:effectLst/>
                      </a:endParaRPr>
                    </a:p>
                  </a:txBody>
                  <a:tcPr marL="30829" marR="30829" marT="20553" marB="20553">
                    <a:lnL w="12700" cap="flat" cmpd="sng" algn="ctr">
                      <a:solidFill>
                        <a:srgbClr val="A00575"/>
                      </a:solidFill>
                      <a:prstDash val="solid"/>
                      <a:round/>
                      <a:headEnd type="none" w="med" len="med"/>
                      <a:tailEnd type="none" w="med" len="med"/>
                    </a:lnL>
                    <a:lnR w="12700" cap="flat" cmpd="sng" algn="ctr">
                      <a:solidFill>
                        <a:srgbClr val="A00575"/>
                      </a:solidFill>
                      <a:prstDash val="solid"/>
                      <a:round/>
                      <a:headEnd type="none" w="med" len="med"/>
                      <a:tailEnd type="none" w="med" len="med"/>
                    </a:lnR>
                    <a:lnT w="12700" cap="flat" cmpd="sng" algn="ctr">
                      <a:solidFill>
                        <a:srgbClr val="A005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a:solidFill>
                            <a:srgbClr val="FFFFFF"/>
                          </a:solidFill>
                          <a:effectLst/>
                        </a:rPr>
                        <a:t>Detect (DE), Respond (RS)</a:t>
                      </a:r>
                    </a:p>
                  </a:txBody>
                  <a:tcPr marL="30829" marR="30829" marT="20553" marB="20553">
                    <a:lnL w="12700" cap="flat" cmpd="sng" algn="ctr">
                      <a:solidFill>
                        <a:srgbClr val="A00575"/>
                      </a:solidFill>
                      <a:prstDash val="solid"/>
                      <a:round/>
                      <a:headEnd type="none" w="med" len="med"/>
                      <a:tailEnd type="none" w="med" len="med"/>
                    </a:lnL>
                    <a:lnR w="12700" cap="flat" cmpd="sng" algn="ctr">
                      <a:solidFill>
                        <a:srgbClr val="A00575"/>
                      </a:solidFill>
                      <a:prstDash val="solid"/>
                      <a:round/>
                      <a:headEnd type="none" w="med" len="med"/>
                      <a:tailEnd type="none" w="med" len="med"/>
                    </a:lnR>
                    <a:lnT w="12700" cap="flat" cmpd="sng" algn="ctr">
                      <a:solidFill>
                        <a:srgbClr val="A005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Establish an incident response plan and reporting procedure.</a:t>
                      </a:r>
                    </a:p>
                  </a:txBody>
                  <a:tcPr marL="30829" marR="30829" marT="20553" marB="20553">
                    <a:lnL w="12700" cap="flat" cmpd="sng" algn="ctr">
                      <a:solidFill>
                        <a:srgbClr val="A00575"/>
                      </a:solidFill>
                      <a:prstDash val="solid"/>
                      <a:round/>
                      <a:headEnd type="none" w="med" len="med"/>
                      <a:tailEnd type="none" w="med" len="med"/>
                    </a:lnL>
                    <a:lnR w="12700" cap="flat" cmpd="sng" algn="ctr">
                      <a:solidFill>
                        <a:srgbClr val="A00575"/>
                      </a:solidFill>
                      <a:prstDash val="solid"/>
                      <a:round/>
                      <a:headEnd type="none" w="med" len="med"/>
                      <a:tailEnd type="none" w="med" len="med"/>
                    </a:lnR>
                    <a:lnT w="12700" cap="flat" cmpd="sng" algn="ctr">
                      <a:solidFill>
                        <a:srgbClr val="A005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extLst>
                  <a:ext uri="{0D108BD9-81ED-4DB2-BD59-A6C34878D82A}">
                    <a16:rowId xmlns:a16="http://schemas.microsoft.com/office/drawing/2014/main" val="557754806"/>
                  </a:ext>
                </a:extLst>
              </a:tr>
              <a:tr h="1153226">
                <a:tc>
                  <a:txBody>
                    <a:bodyPr/>
                    <a:lstStyle/>
                    <a:p>
                      <a:pPr marL="0" marR="0" algn="l" fontAlgn="t">
                        <a:buNone/>
                      </a:pPr>
                      <a:r>
                        <a:rPr lang="en-US" sz="1600" spc="0">
                          <a:solidFill>
                            <a:srgbClr val="FFFFFF"/>
                          </a:solidFill>
                          <a:effectLst/>
                        </a:rPr>
                        <a:t>Are client files backed up and recovery tested?</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YES</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a:t>
                      </a:r>
                      <a:r>
                        <a:rPr lang="en-US" sz="1600" b="0" spc="0" dirty="0">
                          <a:solidFill>
                            <a:srgbClr val="FFFFFF"/>
                          </a:solidFill>
                          <a:effectLst/>
                        </a:rPr>
                        <a:t>High</a:t>
                      </a:r>
                      <a:endParaRPr lang="en-US" sz="1600" spc="0" dirty="0">
                        <a:solidFill>
                          <a:srgbClr val="FFFFFF"/>
                        </a:solidFill>
                        <a:effectLst/>
                      </a:endParaRP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a:solidFill>
                            <a:srgbClr val="FFFFFF"/>
                          </a:solidFill>
                          <a:effectLst/>
                        </a:rPr>
                        <a:t>Recover (RC)</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Maintain protected backups and conduct restoration tests.</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extLst>
                  <a:ext uri="{0D108BD9-81ED-4DB2-BD59-A6C34878D82A}">
                    <a16:rowId xmlns:a16="http://schemas.microsoft.com/office/drawing/2014/main" val="2747183695"/>
                  </a:ext>
                </a:extLst>
              </a:tr>
              <a:tr h="1881139">
                <a:tc>
                  <a:txBody>
                    <a:bodyPr/>
                    <a:lstStyle/>
                    <a:p>
                      <a:pPr marL="0" marR="0" algn="l" fontAlgn="t">
                        <a:buNone/>
                      </a:pPr>
                      <a:r>
                        <a:rPr lang="en-US" sz="1600" spc="0" dirty="0">
                          <a:solidFill>
                            <a:srgbClr val="FFFFFF"/>
                          </a:solidFill>
                          <a:effectLst/>
                        </a:rPr>
                        <a:t>Does the firm have an approved BYOD and data protection policy?</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NO</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   </a:t>
                      </a:r>
                      <a:r>
                        <a:rPr lang="en-US" sz="1600" b="0" spc="0" dirty="0">
                          <a:solidFill>
                            <a:srgbClr val="FFFFFF"/>
                          </a:solidFill>
                          <a:effectLst/>
                        </a:rPr>
                        <a:t>High</a:t>
                      </a:r>
                      <a:endParaRPr lang="en-US" sz="1600" spc="0" dirty="0">
                        <a:solidFill>
                          <a:srgbClr val="FFFFFF"/>
                        </a:solidFill>
                        <a:effectLst/>
                      </a:endParaRP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a:solidFill>
                            <a:srgbClr val="FFFFFF"/>
                          </a:solidFill>
                          <a:effectLst/>
                        </a:rPr>
                        <a:t>Govern (GV)</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tc>
                  <a:txBody>
                    <a:bodyPr/>
                    <a:lstStyle/>
                    <a:p>
                      <a:pPr marL="0" marR="0" algn="l" fontAlgn="t">
                        <a:buNone/>
                      </a:pPr>
                      <a:r>
                        <a:rPr lang="en-US" sz="1600" spc="0" dirty="0">
                          <a:solidFill>
                            <a:srgbClr val="FFFFFF"/>
                          </a:solidFill>
                          <a:effectLst/>
                        </a:rPr>
                        <a:t>Develop BYOD, acceptable-use, access-control and data protection policies.</a:t>
                      </a:r>
                    </a:p>
                  </a:txBody>
                  <a:tcPr marL="30829" marR="30829" marT="20553" marB="20553">
                    <a:lnL w="12700" cap="flat" cmpd="sng" algn="ctr">
                      <a:solidFill>
                        <a:srgbClr val="C01275"/>
                      </a:solidFill>
                      <a:prstDash val="solid"/>
                      <a:round/>
                      <a:headEnd type="none" w="med" len="med"/>
                      <a:tailEnd type="none" w="med" len="med"/>
                    </a:lnL>
                    <a:lnR w="12700" cap="flat" cmpd="sng" algn="ctr">
                      <a:solidFill>
                        <a:srgbClr val="C01275"/>
                      </a:solidFill>
                      <a:prstDash val="solid"/>
                      <a:round/>
                      <a:headEnd type="none" w="med" len="med"/>
                      <a:tailEnd type="none" w="med" len="med"/>
                    </a:lnR>
                    <a:lnT w="12700" cap="flat" cmpd="sng" algn="ctr">
                      <a:solidFill>
                        <a:srgbClr val="C01275"/>
                      </a:solidFill>
                      <a:prstDash val="solid"/>
                      <a:round/>
                      <a:headEnd type="none" w="med" len="med"/>
                      <a:tailEnd type="none" w="med" len="med"/>
                    </a:lnT>
                    <a:lnB w="12700" cap="flat" cmpd="sng" algn="ctr">
                      <a:solidFill>
                        <a:srgbClr val="C01275"/>
                      </a:solidFill>
                      <a:prstDash val="solid"/>
                      <a:round/>
                      <a:headEnd type="none" w="med" len="med"/>
                      <a:tailEnd type="none" w="med" len="med"/>
                    </a:lnB>
                    <a:noFill/>
                  </a:tcPr>
                </a:tc>
                <a:extLst>
                  <a:ext uri="{0D108BD9-81ED-4DB2-BD59-A6C34878D82A}">
                    <a16:rowId xmlns:a16="http://schemas.microsoft.com/office/drawing/2014/main" val="3503935230"/>
                  </a:ext>
                </a:extLst>
              </a:tr>
            </a:tbl>
          </a:graphicData>
        </a:graphic>
      </p:graphicFrame>
    </p:spTree>
    <p:extLst>
      <p:ext uri="{BB962C8B-B14F-4D97-AF65-F5344CB8AC3E}">
        <p14:creationId xmlns:p14="http://schemas.microsoft.com/office/powerpoint/2010/main" val="2088448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3D47E-8DD8-7338-70B8-491F9BB1BF58}"/>
              </a:ext>
            </a:extLst>
          </p:cNvPr>
          <p:cNvSpPr>
            <a:spLocks noGrp="1"/>
          </p:cNvSpPr>
          <p:nvPr>
            <p:ph type="title"/>
          </p:nvPr>
        </p:nvSpPr>
        <p:spPr>
          <a:xfrm>
            <a:off x="346364" y="5640186"/>
            <a:ext cx="10945091" cy="731520"/>
          </a:xfrm>
        </p:spPr>
        <p:txBody>
          <a:bodyPr>
            <a:normAutofit/>
          </a:bodyPr>
          <a:lstStyle/>
          <a:p>
            <a:r>
              <a:rPr lang="en-US" b="1" dirty="0"/>
              <a:t>Govern      Identify       Protect       Detect        Respond      Recover            </a:t>
            </a:r>
          </a:p>
        </p:txBody>
      </p:sp>
      <p:pic>
        <p:nvPicPr>
          <p:cNvPr id="4" name="Content Placeholder 3" descr="NIST Cybersecurity Framework Version 2.0 Published">
            <a:extLst>
              <a:ext uri="{FF2B5EF4-FFF2-40B4-BE49-F238E27FC236}">
                <a16:creationId xmlns:a16="http://schemas.microsoft.com/office/drawing/2014/main" id="{024C97FB-4C52-7FFB-5862-0AFF1337B332}"/>
              </a:ext>
            </a:extLst>
          </p:cNvPr>
          <p:cNvPicPr>
            <a:picLocks noGrp="1" noChangeAspect="1"/>
          </p:cNvPicPr>
          <p:nvPr>
            <p:ph sz="quarter" idx="13"/>
          </p:nvPr>
        </p:nvPicPr>
        <p:blipFill>
          <a:blip r:embed="rId4">
            <a:extLst>
              <a:ext uri="{28A0092B-C50C-407E-A947-70E740481C1C}">
                <a14:useLocalDpi xmlns:a14="http://schemas.microsoft.com/office/drawing/2010/main" val="0"/>
              </a:ext>
            </a:extLst>
          </a:blip>
          <a:srcRect/>
          <a:stretch>
            <a:fillRect/>
          </a:stretch>
        </p:blipFill>
        <p:spPr bwMode="auto">
          <a:xfrm>
            <a:off x="3602182" y="0"/>
            <a:ext cx="8589818" cy="5569528"/>
          </a:xfrm>
          <a:prstGeom prst="rect">
            <a:avLst/>
          </a:prstGeom>
          <a:noFill/>
          <a:ln>
            <a:noFill/>
          </a:ln>
        </p:spPr>
      </p:pic>
      <p:sp>
        <p:nvSpPr>
          <p:cNvPr id="5" name="Arrow: Right 4">
            <a:extLst>
              <a:ext uri="{FF2B5EF4-FFF2-40B4-BE49-F238E27FC236}">
                <a16:creationId xmlns:a16="http://schemas.microsoft.com/office/drawing/2014/main" id="{38FF9E5E-4122-72BA-06E6-EBBD27CE83EF}"/>
              </a:ext>
            </a:extLst>
          </p:cNvPr>
          <p:cNvSpPr/>
          <p:nvPr/>
        </p:nvSpPr>
        <p:spPr>
          <a:xfrm>
            <a:off x="1634836" y="6011144"/>
            <a:ext cx="415637" cy="2182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Arrow: Right 5">
            <a:extLst>
              <a:ext uri="{FF2B5EF4-FFF2-40B4-BE49-F238E27FC236}">
                <a16:creationId xmlns:a16="http://schemas.microsoft.com/office/drawing/2014/main" id="{EF7B3A74-CB5A-040B-0218-0079CA66C30D}"/>
              </a:ext>
            </a:extLst>
          </p:cNvPr>
          <p:cNvSpPr/>
          <p:nvPr/>
        </p:nvSpPr>
        <p:spPr>
          <a:xfrm>
            <a:off x="3338945" y="6016341"/>
            <a:ext cx="415637" cy="207818"/>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Arrow: Right 6">
            <a:extLst>
              <a:ext uri="{FF2B5EF4-FFF2-40B4-BE49-F238E27FC236}">
                <a16:creationId xmlns:a16="http://schemas.microsoft.com/office/drawing/2014/main" id="{E265894F-6A93-EB05-F011-AEC27E830423}"/>
              </a:ext>
            </a:extLst>
          </p:cNvPr>
          <p:cNvSpPr/>
          <p:nvPr/>
        </p:nvSpPr>
        <p:spPr>
          <a:xfrm>
            <a:off x="5098474" y="6042323"/>
            <a:ext cx="457200" cy="221673"/>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Right 7">
            <a:extLst>
              <a:ext uri="{FF2B5EF4-FFF2-40B4-BE49-F238E27FC236}">
                <a16:creationId xmlns:a16="http://schemas.microsoft.com/office/drawing/2014/main" id="{0AD992E4-BE2B-4CBE-3A9B-77962C712721}"/>
              </a:ext>
            </a:extLst>
          </p:cNvPr>
          <p:cNvSpPr/>
          <p:nvPr/>
        </p:nvSpPr>
        <p:spPr>
          <a:xfrm>
            <a:off x="6774871" y="6031928"/>
            <a:ext cx="457200" cy="21821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Right 8">
            <a:extLst>
              <a:ext uri="{FF2B5EF4-FFF2-40B4-BE49-F238E27FC236}">
                <a16:creationId xmlns:a16="http://schemas.microsoft.com/office/drawing/2014/main" id="{8062B038-509C-A9FC-C159-45C976B9FCCF}"/>
              </a:ext>
            </a:extLst>
          </p:cNvPr>
          <p:cNvSpPr/>
          <p:nvPr/>
        </p:nvSpPr>
        <p:spPr>
          <a:xfrm>
            <a:off x="8804563" y="6031928"/>
            <a:ext cx="457200" cy="24938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extBox 9">
            <a:extLst>
              <a:ext uri="{FF2B5EF4-FFF2-40B4-BE49-F238E27FC236}">
                <a16:creationId xmlns:a16="http://schemas.microsoft.com/office/drawing/2014/main" id="{1C5E85CA-4F41-1651-A431-1D1C6A182518}"/>
              </a:ext>
            </a:extLst>
          </p:cNvPr>
          <p:cNvSpPr txBox="1"/>
          <p:nvPr/>
        </p:nvSpPr>
        <p:spPr>
          <a:xfrm rot="10800000" flipH="1" flipV="1">
            <a:off x="107372" y="651280"/>
            <a:ext cx="3470563" cy="5324535"/>
          </a:xfrm>
          <a:prstGeom prst="rect">
            <a:avLst/>
          </a:prstGeom>
          <a:noFill/>
        </p:spPr>
        <p:txBody>
          <a:bodyPr wrap="square" rtlCol="0">
            <a:spAutoFit/>
          </a:bodyPr>
          <a:lstStyle/>
          <a:p>
            <a:pPr marL="285750" indent="-285750">
              <a:buFont typeface="Arial" panose="020B0604020202020204" pitchFamily="34" charset="0"/>
              <a:buChar char="•"/>
            </a:pPr>
            <a:r>
              <a:rPr lang="en-US" sz="2000" dirty="0"/>
              <a:t>Govern: Establish cybersecurity policies, responsibilities and rules</a:t>
            </a:r>
          </a:p>
          <a:p>
            <a:pPr marL="285750" indent="-285750">
              <a:buFont typeface="Arial" panose="020B0604020202020204" pitchFamily="34" charset="0"/>
              <a:buChar char="•"/>
            </a:pPr>
            <a:r>
              <a:rPr lang="en-US" sz="2000" dirty="0"/>
              <a:t>Identify: Safeguard systems and information using password, encryptions and access controls</a:t>
            </a:r>
          </a:p>
          <a:p>
            <a:pPr marL="285750" indent="-285750">
              <a:buFont typeface="Arial" panose="020B0604020202020204" pitchFamily="34" charset="0"/>
              <a:buChar char="•"/>
            </a:pPr>
            <a:r>
              <a:rPr lang="en-US" sz="2000" dirty="0"/>
              <a:t>Detect: Identify suspicious activities, cyberattacks and unauthorized access.</a:t>
            </a:r>
          </a:p>
          <a:p>
            <a:pPr marL="285750" indent="-285750">
              <a:buFont typeface="Arial" panose="020B0604020202020204" pitchFamily="34" charset="0"/>
              <a:buChar char="•"/>
            </a:pPr>
            <a:r>
              <a:rPr lang="en-US" sz="2000" dirty="0"/>
              <a:t>Respond: Take action to contain and manage security incidents</a:t>
            </a:r>
          </a:p>
          <a:p>
            <a:pPr marL="285750" indent="-285750">
              <a:buFont typeface="Arial" panose="020B0604020202020204" pitchFamily="34" charset="0"/>
              <a:buChar char="•"/>
            </a:pPr>
            <a:r>
              <a:rPr lang="en-US" sz="2000" dirty="0"/>
              <a:t>Recover: Restore systems and data after an incident and resume normal operations</a:t>
            </a:r>
          </a:p>
        </p:txBody>
      </p:sp>
      <p:sp>
        <p:nvSpPr>
          <p:cNvPr id="3" name="TextBox 2">
            <a:extLst>
              <a:ext uri="{FF2B5EF4-FFF2-40B4-BE49-F238E27FC236}">
                <a16:creationId xmlns:a16="http://schemas.microsoft.com/office/drawing/2014/main" id="{15A25175-F89E-2AAE-71A6-C2CE91FD8D70}"/>
              </a:ext>
            </a:extLst>
          </p:cNvPr>
          <p:cNvSpPr txBox="1"/>
          <p:nvPr/>
        </p:nvSpPr>
        <p:spPr>
          <a:xfrm>
            <a:off x="328246" y="250092"/>
            <a:ext cx="3010699" cy="369332"/>
          </a:xfrm>
          <a:prstGeom prst="rect">
            <a:avLst/>
          </a:prstGeom>
          <a:noFill/>
        </p:spPr>
        <p:txBody>
          <a:bodyPr wrap="square" rtlCol="0">
            <a:spAutoFit/>
          </a:bodyPr>
          <a:lstStyle/>
          <a:p>
            <a:r>
              <a:rPr lang="en-US" dirty="0"/>
              <a:t>NIST CSF 2.0 FRAMEWORK</a:t>
            </a:r>
          </a:p>
        </p:txBody>
      </p:sp>
    </p:spTree>
    <p:extLst>
      <p:ext uri="{BB962C8B-B14F-4D97-AF65-F5344CB8AC3E}">
        <p14:creationId xmlns:p14="http://schemas.microsoft.com/office/powerpoint/2010/main" val="93023790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A3C2AB0-DEEB-BB77-18AC-B76B7AD61620}"/>
              </a:ext>
            </a:extLst>
          </p:cNvPr>
          <p:cNvSpPr txBox="1"/>
          <p:nvPr/>
        </p:nvSpPr>
        <p:spPr>
          <a:xfrm>
            <a:off x="657570" y="1443453"/>
            <a:ext cx="8460827" cy="4801314"/>
          </a:xfrm>
          <a:prstGeom prst="rect">
            <a:avLst/>
          </a:prstGeom>
          <a:noFill/>
        </p:spPr>
        <p:txBody>
          <a:bodyPr wrap="square" rtlCol="0">
            <a:spAutoFit/>
          </a:bodyPr>
          <a:lstStyle/>
          <a:p>
            <a:pPr marL="571500" lvl="0" indent="-571500">
              <a:buFont typeface="Arial" panose="020B0604020202020204" pitchFamily="34" charset="0"/>
              <a:buChar char="•"/>
            </a:pPr>
            <a:r>
              <a:rPr lang="en-US" sz="3200" dirty="0"/>
              <a:t>Address critical and high risks first.</a:t>
            </a:r>
          </a:p>
          <a:p>
            <a:pPr marL="571500" lvl="0" indent="-571500">
              <a:buFont typeface="Arial" panose="020B0604020202020204" pitchFamily="34" charset="0"/>
              <a:buChar char="•"/>
            </a:pPr>
            <a:endParaRPr lang="en-US" sz="3200" dirty="0"/>
          </a:p>
          <a:p>
            <a:pPr marL="571500" lvl="0" indent="-571500">
              <a:buFont typeface="Arial" panose="020B0604020202020204" pitchFamily="34" charset="0"/>
              <a:buChar char="•"/>
            </a:pPr>
            <a:r>
              <a:rPr lang="en-US" sz="3200" dirty="0"/>
              <a:t>Enforce MFA and device encryption.</a:t>
            </a:r>
          </a:p>
          <a:p>
            <a:pPr marL="571500" lvl="0" indent="-571500">
              <a:buFont typeface="Arial" panose="020B0604020202020204" pitchFamily="34" charset="0"/>
              <a:buChar char="•"/>
            </a:pPr>
            <a:endParaRPr lang="en-US" sz="3200" dirty="0"/>
          </a:p>
          <a:p>
            <a:pPr marL="571500" lvl="0" indent="-571500">
              <a:buFont typeface="Arial" panose="020B0604020202020204" pitchFamily="34" charset="0"/>
              <a:buChar char="•"/>
            </a:pPr>
            <a:r>
              <a:rPr lang="en-US" sz="3200" dirty="0"/>
              <a:t>Approve and communicate BYOD policies.</a:t>
            </a:r>
          </a:p>
          <a:p>
            <a:pPr marL="571500" lvl="0" indent="-571500">
              <a:buFont typeface="Arial" panose="020B0604020202020204" pitchFamily="34" charset="0"/>
              <a:buChar char="•"/>
            </a:pPr>
            <a:endParaRPr lang="en-US" sz="3200" dirty="0"/>
          </a:p>
          <a:p>
            <a:pPr marL="571500" lvl="0" indent="-571500">
              <a:buFont typeface="Arial" panose="020B0604020202020204" pitchFamily="34" charset="0"/>
              <a:buChar char="•"/>
            </a:pPr>
            <a:r>
              <a:rPr lang="en-US" sz="3200" dirty="0"/>
              <a:t>Train employees.</a:t>
            </a:r>
          </a:p>
          <a:p>
            <a:pPr marL="571500" lvl="0" indent="-571500">
              <a:buFont typeface="Arial" panose="020B0604020202020204" pitchFamily="34" charset="0"/>
              <a:buChar char="•"/>
            </a:pPr>
            <a:endParaRPr lang="en-US" sz="3200" dirty="0"/>
          </a:p>
          <a:p>
            <a:pPr marL="571500" lvl="0" indent="-571500">
              <a:buFont typeface="Arial" panose="020B0604020202020204" pitchFamily="34" charset="0"/>
              <a:buChar char="•"/>
            </a:pPr>
            <a:r>
              <a:rPr lang="en-US" sz="3200" dirty="0"/>
              <a:t>Review controls regularly.</a:t>
            </a:r>
          </a:p>
          <a:p>
            <a:endParaRPr lang="en-US" dirty="0"/>
          </a:p>
        </p:txBody>
      </p:sp>
      <p:sp>
        <p:nvSpPr>
          <p:cNvPr id="3" name="TextBox 2">
            <a:extLst>
              <a:ext uri="{FF2B5EF4-FFF2-40B4-BE49-F238E27FC236}">
                <a16:creationId xmlns:a16="http://schemas.microsoft.com/office/drawing/2014/main" id="{AF233198-F297-60E7-36C0-82AB2079B2B1}"/>
              </a:ext>
            </a:extLst>
          </p:cNvPr>
          <p:cNvSpPr txBox="1"/>
          <p:nvPr/>
        </p:nvSpPr>
        <p:spPr>
          <a:xfrm>
            <a:off x="1180124" y="138284"/>
            <a:ext cx="9245600" cy="707886"/>
          </a:xfrm>
          <a:prstGeom prst="rect">
            <a:avLst/>
          </a:prstGeom>
          <a:noFill/>
        </p:spPr>
        <p:txBody>
          <a:bodyPr wrap="square" rtlCol="0">
            <a:spAutoFit/>
          </a:bodyPr>
          <a:lstStyle/>
          <a:p>
            <a:r>
              <a:rPr lang="en-US" sz="4000" dirty="0"/>
              <a:t>SECURITY MEASURES</a:t>
            </a:r>
          </a:p>
        </p:txBody>
      </p:sp>
    </p:spTree>
    <p:extLst>
      <p:ext uri="{BB962C8B-B14F-4D97-AF65-F5344CB8AC3E}">
        <p14:creationId xmlns:p14="http://schemas.microsoft.com/office/powerpoint/2010/main" val="8658059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B55779C7-4127-8B2A-8ECE-9D095BA4D2A1}"/>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bwMode="auto">
          <a:xfrm>
            <a:off x="667829" y="775855"/>
            <a:ext cx="10554353" cy="5540499"/>
          </a:xfrm>
          <a:prstGeom prst="rect">
            <a:avLst/>
          </a:prstGeom>
          <a:noFill/>
          <a:ln>
            <a:noFill/>
          </a:ln>
        </p:spPr>
      </p:pic>
    </p:spTree>
    <p:extLst>
      <p:ext uri="{BB962C8B-B14F-4D97-AF65-F5344CB8AC3E}">
        <p14:creationId xmlns:p14="http://schemas.microsoft.com/office/powerpoint/2010/main" val="3079193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CFCC6F-9FCE-4E1B-0D33-5CA2EF2CD0C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70995AEA-9364-4F20-24D3-62CA7DD32859}"/>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8700225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extLst>
              <a:ext uri="{837473B0-CC2E-450A-ABE3-18F120FF3D39}">
                <a1611:picAttrSrcUrl xmlns:a1611="http://schemas.microsoft.com/office/drawing/2016/11/main" r:id="rId3"/>
              </a:ext>
            </a:extLst>
          </a:blip>
          <a:srcRect/>
          <a:stretch>
            <a:fillRect t="-9000" b="-9000"/>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739775-7588-A222-C4D1-99EC00B96C8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B5B0EA-7155-9333-8044-168F891AB84B}"/>
              </a:ext>
            </a:extLst>
          </p:cNvPr>
          <p:cNvSpPr>
            <a:spLocks noGrp="1"/>
          </p:cNvSpPr>
          <p:nvPr>
            <p:ph sz="quarter" idx="13"/>
          </p:nvPr>
        </p:nvSpPr>
        <p:spPr/>
        <p:txBody>
          <a:bodyPr/>
          <a:lstStyle/>
          <a:p>
            <a:endParaRPr lang="en-US"/>
          </a:p>
        </p:txBody>
      </p:sp>
    </p:spTree>
    <p:extLst>
      <p:ext uri="{BB962C8B-B14F-4D97-AF65-F5344CB8AC3E}">
        <p14:creationId xmlns:p14="http://schemas.microsoft.com/office/powerpoint/2010/main" val="3127569543"/>
      </p:ext>
    </p:extLst>
  </p:cSld>
  <p:clrMapOvr>
    <a:masterClrMapping/>
  </p:clrMapOvr>
</p:sld>
</file>

<file path=ppt/theme/theme1.xml><?xml version="1.0" encoding="utf-8"?>
<a:theme xmlns:a="http://schemas.openxmlformats.org/drawingml/2006/main" name="Dark Gradient">
  <a:themeElements>
    <a:clrScheme name="Dark Gradient">
      <a:dk1>
        <a:sysClr val="windowText" lastClr="000000"/>
      </a:dk1>
      <a:lt1>
        <a:sysClr val="window" lastClr="FFFFFF"/>
      </a:lt1>
      <a:dk2>
        <a:srgbClr val="0B0C12"/>
      </a:dk2>
      <a:lt2>
        <a:srgbClr val="ECF0FB"/>
      </a:lt2>
      <a:accent1>
        <a:srgbClr val="4970FF"/>
      </a:accent1>
      <a:accent2>
        <a:srgbClr val="712ED5"/>
      </a:accent2>
      <a:accent3>
        <a:srgbClr val="00C4B6"/>
      </a:accent3>
      <a:accent4>
        <a:srgbClr val="3633D1"/>
      </a:accent4>
      <a:accent5>
        <a:srgbClr val="4AB1FE"/>
      </a:accent5>
      <a:accent6>
        <a:srgbClr val="9E2FD5"/>
      </a:accent6>
      <a:hlink>
        <a:srgbClr val="4970FF"/>
      </a:hlink>
      <a:folHlink>
        <a:srgbClr val="8E24FF"/>
      </a:folHlink>
    </a:clrScheme>
    <a:fontScheme name="Custom 53">
      <a:majorFont>
        <a:latin typeface="Arial Nova Light"/>
        <a:ea typeface=""/>
        <a:cs typeface=""/>
      </a:majorFont>
      <a:minorFont>
        <a:latin typeface="Arial Nova Light"/>
        <a:ea typeface=""/>
        <a:cs typeface=""/>
      </a:minorFont>
    </a:fontScheme>
    <a:fmtScheme name="Glossy">
      <a:fillStyleLst>
        <a:solidFill>
          <a:schemeClr val="phClr"/>
        </a:solidFill>
        <a:gradFill rotWithShape="1">
          <a:gsLst>
            <a:gs pos="0">
              <a:schemeClr val="phClr">
                <a:tint val="62000"/>
                <a:satMod val="180000"/>
              </a:schemeClr>
            </a:gs>
            <a:gs pos="65000">
              <a:schemeClr val="phClr">
                <a:tint val="32000"/>
                <a:satMod val="250000"/>
              </a:schemeClr>
            </a:gs>
            <a:gs pos="100000">
              <a:schemeClr val="phClr">
                <a:tint val="23000"/>
                <a:satMod val="300000"/>
              </a:schemeClr>
            </a:gs>
          </a:gsLst>
          <a:lin ang="16200000" scaled="0"/>
        </a:gradFill>
        <a:gradFill rotWithShape="1">
          <a:gsLst>
            <a:gs pos="0">
              <a:schemeClr val="phClr">
                <a:shade val="15000"/>
                <a:satMod val="180000"/>
              </a:schemeClr>
            </a:gs>
            <a:gs pos="50000">
              <a:schemeClr val="phClr">
                <a:shade val="45000"/>
                <a:satMod val="170000"/>
              </a:schemeClr>
            </a:gs>
            <a:gs pos="70000">
              <a:schemeClr val="phClr">
                <a:tint val="99000"/>
                <a:shade val="65000"/>
                <a:satMod val="155000"/>
              </a:schemeClr>
            </a:gs>
            <a:gs pos="100000">
              <a:schemeClr val="phClr">
                <a:tint val="95500"/>
                <a:shade val="100000"/>
                <a:satMod val="155000"/>
              </a:schemeClr>
            </a:gs>
          </a:gsLst>
          <a:lin ang="16200000" scaled="0"/>
        </a:gradFill>
      </a:fillStyleLst>
      <a:lnStyleLst>
        <a:ln w="12700" cap="flat" cmpd="sng" algn="ctr">
          <a:solidFill>
            <a:schemeClr val="phClr">
              <a:tint val="95000"/>
              <a:shade val="95000"/>
              <a:satMod val="120000"/>
            </a:schemeClr>
          </a:solidFill>
          <a:prstDash val="solid"/>
        </a:ln>
        <a:ln w="55000" cap="flat" cmpd="thickThin" algn="ctr">
          <a:solidFill>
            <a:schemeClr val="phClr">
              <a:tint val="90000"/>
              <a:satMod val="130000"/>
            </a:schemeClr>
          </a:solidFill>
          <a:prstDash val="solid"/>
        </a:ln>
        <a:ln w="50800" cap="flat" cmpd="sng" algn="ctr">
          <a:solidFill>
            <a:schemeClr val="phClr"/>
          </a:solidFill>
          <a:prstDash val="solid"/>
        </a:ln>
      </a:lnStyleLst>
      <a:effectStyleLst>
        <a:effectStyle>
          <a:effectLst>
            <a:outerShdw blurRad="50800" dist="38100" dir="5400000" rotWithShape="0">
              <a:srgbClr val="000000">
                <a:alpha val="35000"/>
              </a:srgbClr>
            </a:outerShdw>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45000"/>
              </a:srgbClr>
            </a:outerShdw>
          </a:effectLst>
          <a:scene3d>
            <a:camera prst="orthographicFront">
              <a:rot lat="0" lon="0" rev="0"/>
            </a:camera>
            <a:lightRig rig="glow" dir="t">
              <a:rot lat="0" lon="0" rev="6360000"/>
            </a:lightRig>
          </a:scene3d>
          <a:sp3d contourW="1000" prstMaterial="flat">
            <a:bevelT w="95250" h="101600"/>
            <a:contourClr>
              <a:schemeClr val="phClr">
                <a:satMod val="300000"/>
              </a:schemeClr>
            </a:contourClr>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ark gradient" id="{E11C298A-C952-4C7C-AD82-FDE632A020A2}" vid="{C429265E-EED5-40F2-8F51-E02F8E47A73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Dark Gradient</Template>
  <TotalTime>446</TotalTime>
  <Words>701</Words>
  <Application>Microsoft Office PowerPoint</Application>
  <PresentationFormat>Widescreen</PresentationFormat>
  <Paragraphs>94</Paragraphs>
  <Slides>11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Aptos</vt:lpstr>
      <vt:lpstr>Arial</vt:lpstr>
      <vt:lpstr>Arial Nova Light</vt:lpstr>
      <vt:lpstr>Calibri</vt:lpstr>
      <vt:lpstr>Dark Gradient</vt:lpstr>
      <vt:lpstr>Security Posture and Risk Assessment for Dallong-Opadotun &amp; Co.   Using NIST framework and NDPR 2023 </vt:lpstr>
      <vt:lpstr>INTRODUCTION AND BACKROUND</vt:lpstr>
      <vt:lpstr>PowerPoint Presentation</vt:lpstr>
      <vt:lpstr>PRE-ASSESSMENT SURVEY</vt:lpstr>
      <vt:lpstr>PowerPoint Presentation</vt:lpstr>
      <vt:lpstr>PowerPoint Presentation</vt:lpstr>
      <vt:lpstr>Govern      Identify       Protect       Detect        Respond      Recover            </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Daniel Opadotun</dc:creator>
  <cp:lastModifiedBy>Daniel Opadotun</cp:lastModifiedBy>
  <cp:revision>1</cp:revision>
  <dcterms:created xsi:type="dcterms:W3CDTF">2026-10-15T10:19:11Z</dcterms:created>
  <dcterms:modified xsi:type="dcterms:W3CDTF">2026-10-16T13:54:56Z</dcterms:modified>
</cp:coreProperties>
</file>